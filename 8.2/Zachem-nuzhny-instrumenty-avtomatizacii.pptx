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bold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51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1484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нужны инструменты автоматизации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482453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Вместо ручного выполнения действий в приложении мы пишем код, который самостоятельно открывает страницы, вводит данные и проверяет результаты.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3514626"/>
            <a:ext cx="3063104" cy="1595140"/>
          </a:xfrm>
          <a:prstGeom prst="roundRect">
            <a:avLst>
              <a:gd name="adj" fmla="val 472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7307" y="3700463"/>
            <a:ext cx="269144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⏱</a:t>
            </a: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Экономия времени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4363740"/>
            <a:ext cx="269144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Повторяющиеся проверки выполняются автоматически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95131" y="3514626"/>
            <a:ext cx="3063203" cy="1595140"/>
          </a:xfrm>
          <a:prstGeom prst="roundRect">
            <a:avLst>
              <a:gd name="adj" fmla="val 472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80964" y="3700463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Параллельность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080964" y="4083248"/>
            <a:ext cx="269153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Несколько сценариев запускаются одновременно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1475" y="5280323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7307" y="546615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Точность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47307" y="5848945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Выявляет ошибки, незаметные при ручном тестировании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83564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Selenium: управление браузером через код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958920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из самых распространённых инструментов для веб-приложений. Автоматически управляет браузером и взаимодействует с элементами страницы.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904827"/>
            <a:ext cx="6296860" cy="994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8665" y="3093938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Кросс-браузерность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5498665" y="3451423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Chrome, Firefox, Safari — один код для всех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052193"/>
            <a:ext cx="6296860" cy="9942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8665" y="4241304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Мультиязычность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498665" y="4598789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Java, Python, C#, JavaScript и другие языки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99559"/>
            <a:ext cx="6296860" cy="9942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98665" y="5388670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Настоящий браузер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5498665" y="5746155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Действия выполняются в реальном окружении, не в симуляции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14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устроен Selenium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39" y="2362498"/>
            <a:ext cx="5066677" cy="30071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69708" y="4550790"/>
            <a:ext cx="1259443" cy="48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Браузер выполняет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782466" y="4550790"/>
            <a:ext cx="1259443" cy="48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WebDriver переводит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69344" y="4550790"/>
            <a:ext cx="1259443" cy="48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 отправляет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59287" y="2175849"/>
            <a:ext cx="49771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Ключевые особенности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559287" y="2648248"/>
            <a:ext cx="4977184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тестов локально или на удалённых машинах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Selenium Grid распределяет выполнение проверок по нескольким узлам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Структуру проекта организует сам разработчик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59287" y="4505127"/>
            <a:ext cx="4977184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94" y="4798219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3535" y="4722416"/>
            <a:ext cx="41739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WebDriver — стандартизированный интерфейс W3C для управления браузером.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6131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Playwright: для современных веб-приложений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263759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 специально для динамических приложений, где содержимое меняется без перезагрузки страницы.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2888754"/>
            <a:ext cx="3080169" cy="1760835"/>
          </a:xfrm>
          <a:prstGeom prst="roundRect">
            <a:avLst>
              <a:gd name="adj" fmla="val 383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8456" y="3055739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009" y="3188295"/>
            <a:ext cx="216887" cy="2168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8456" y="3674269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движка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8456" y="4007148"/>
            <a:ext cx="274620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Chromium, Firefox и WebKit в одном инструменте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878165" y="2888754"/>
            <a:ext cx="3080169" cy="1760835"/>
          </a:xfrm>
          <a:prstGeom prst="roundRect">
            <a:avLst>
              <a:gd name="adj" fmla="val 383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45146" y="3055739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7699" y="3188295"/>
            <a:ext cx="216887" cy="2168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45146" y="3674269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Языки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045146" y="4007148"/>
            <a:ext cx="274620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JS, TypeScript, Python, Java, .NET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61475" y="4786114"/>
            <a:ext cx="6296860" cy="1523107"/>
          </a:xfrm>
          <a:prstGeom prst="roundRect">
            <a:avLst>
              <a:gd name="adj" fmla="val 443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56" y="4953099"/>
            <a:ext cx="481993" cy="48200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009" y="5085655"/>
            <a:ext cx="216887" cy="2168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8456" y="5571629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Кросс-браузерность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28456" y="5904508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набор тестов — все браузерные движки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Playwright: изолированные контексты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487594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контекст?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959993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Отдельная пользовательская среда внутри браузера — со своими cookie и состоянием авторизации.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734891"/>
            <a:ext cx="690326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Администратор и обычный пользователь работают независимо в одном браузере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Удобно проверять взаимодействие разных ролей одновременно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Встроенные инструменты отладки: скриншоты и трассировка выполнения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642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Cypress: наглядное 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21059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Объединяет управление браузером и выполнение проверок в одном инструменте. Ориентирован на JavaScript и TypeScript.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02805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2365" y="306347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75723" y="309294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Интерактивный режим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3501628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Наблюдайте каждый шаг теста в реальном времени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18207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2365" y="421749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75723" y="424695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Точная диагностика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275723" y="4655641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Сразу видно, на каком действии возникла ошибка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1475" y="533608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2365" y="537150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275723" y="540097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Низкий порог входа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1275723" y="580965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Наглядность делает инструмент удобным для новичков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39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 Cypress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7202"/>
            <a:ext cx="3617524" cy="3617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6506" y="1788400"/>
            <a:ext cx="6789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важно знать новичку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746506" y="2260798"/>
            <a:ext cx="6789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Архитектура Cypress накладывает ограничения на ряд сценариев тестирования. Это не недостаток — просто особенность инструмента.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746506" y="3035697"/>
            <a:ext cx="6789965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Поддерживает Chromium и Firefox; WebKit — в экспериментальном режиме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 с разными доменами требует специального механизма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Управление несколькими вкладками не поддерживается стандартным способом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746506" y="4892576"/>
            <a:ext cx="6789965" cy="1039416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513" y="5185668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0754" y="5109865"/>
            <a:ext cx="598671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Cypress лучше всего подходит для SPA-приложений на одном домене.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06765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Appium: автоматизация мобильных приложений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266553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Инструмент для тестирования приложений на Android и iOS. Взаимодействует с установленным приложением, а не только с браузером.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98726"/>
            <a:ext cx="448854" cy="448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3545" y="3298726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Android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323545" y="3681512"/>
            <a:ext cx="563479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Нативные, веб- и гибридные приложения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02720"/>
            <a:ext cx="448854" cy="4488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3545" y="4302720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iOS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323545" y="4685506"/>
            <a:ext cx="563479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Поддержка сенсорных действий и переключения экранов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306715"/>
            <a:ext cx="448854" cy="4488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3545" y="5306715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Драйверы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323545" y="5689501"/>
            <a:ext cx="563479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Возможности зависят от платформы и драйвера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08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Архитектура Appium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57" y="2304752"/>
            <a:ext cx="6822607" cy="31225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830" y="4685767"/>
            <a:ext cx="1280874" cy="24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Устройство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311578" y="4562392"/>
            <a:ext cx="1280874" cy="493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Мобильный драйвер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706099" y="4562392"/>
            <a:ext cx="1280874" cy="493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Appium Server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65528" y="4562392"/>
            <a:ext cx="1280874" cy="493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Тестовый код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32251" y="2185275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это работает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032251" y="2657673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Тестовый код отправляет команды серверу, тот передаёт их драйверу, а драйвер взаимодействует с устройством.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32251" y="4037409"/>
            <a:ext cx="350421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Android: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драйвер UiAutomator2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iOS: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драйвер XCUITest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Тесты запускаются на эмуляторах, симуляторах или физических устройствах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98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выбрать инструмент для проекта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46820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Универсально лучшего инструмента не существует. Выбор зависит от типа приложения, технологий и требований команды.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98898"/>
          <a:ext cx="10868746" cy="3015976"/>
        </p:xfrm>
        <a:graphic>
          <a:graphicData uri="http://schemas.openxmlformats.org/drawingml/2006/table">
            <a:tbl>
              <a:tblPr/>
              <a:tblGrid>
                <a:gridCol w="2391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5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Критерий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Selenium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Playwright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Cypress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Тип приложения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Крупные веб-проекты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Современные SPA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JS/TS веб-проекты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Браузеры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Chrome, Firefox, Safari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Chromium, Firefox, WebKit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Chromium, Firefox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Языки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Java, Python, C# и др.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JS, TS, Python, Java, .NET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JavaScript, TypeScript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7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Сильная сторона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Гибкая интеграция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Кросс-браузерность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Наглядность отладки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Мобильные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79568" marR="17956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5519539"/>
            <a:ext cx="10868745" cy="693837"/>
          </a:xfrm>
          <a:prstGeom prst="roundRect">
            <a:avLst>
              <a:gd name="adj" fmla="val 10870"/>
            </a:avLst>
          </a:prstGeom>
          <a:solidFill>
            <a:srgbClr val="D5F6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5762030"/>
            <a:ext cx="224427" cy="179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4867" y="5734943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Appium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единственный выбор для нативных мобильных приложений на Android и iOS.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541</Words>
  <Application>Microsoft Office PowerPoint</Application>
  <PresentationFormat>Широкоэкранный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 Bold</vt:lpstr>
      <vt:lpstr>Arial</vt:lpstr>
      <vt:lpstr>Open Sans</vt:lpstr>
      <vt:lpstr>Montserrat Bold</vt:lpstr>
      <vt:lpstr>Noto Color Emoji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2026-10-08T13:48:15Z</dcterms:created>
  <dcterms:modified xsi:type="dcterms:W3CDTF">2026-10-08T14:00:20Z</dcterms:modified>
</cp:coreProperties>
</file>