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ontserrat Bold" panose="020B0604020202020204" charset="-52"/>
      <p:regular r:id="rId17"/>
    </p:embeddedFont>
    <p:embeddedFont>
      <p:font typeface="Open Sans" panose="020B0606030504020204" pitchFamily="3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9475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00687"/>
            <a:ext cx="6296860" cy="2244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Реляционная база данных: система организации информации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3182838"/>
            <a:ext cx="6296860" cy="2992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Реляционная база данных — это способ хранения информации через связанные между собой таблицы. Вместо одного большого хранилища данные разделяются по логическим сущностям: пользователи, заказы, товары. Каждая таблица отвечает за свой тип объектов, а связи между ними показывают, как эти сущности взаимодействуют.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Слово «реляционная» указывает именно на эти отношения. Благодаря такой организации мы избегаем дублирования информации и делаем структуру управляемой. Для тестировщика это означает, что данные на экране приложения часто собираются из нескольких таблиц одновременно.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77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Таблица: основной контейнер данных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71254"/>
            <a:ext cx="6903269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Таблица состоит из строк и столбцов. Столбцы описывают свойства объекта — имя, почта, дата регистрации, — а строки представляют конкретные записи. Все строки одной таблицы имеют одинаковую структуру, что позволяет базе работать с информацией предсказуемо.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Каждая таблица обычно описывает один тип сущностей. Мы не смешиваем пользователей, товары и заказы в одной таблице, потому что у них разные свойства и разный смысл. Правильное разделение упрощает хранение, проверку и работу приложения.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18787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Столбцы и типы данных: правила хранения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61475" y="1992114"/>
            <a:ext cx="3071835" cy="2527399"/>
          </a:xfrm>
          <a:prstGeom prst="roundRect">
            <a:avLst>
              <a:gd name="adj" fmla="val 282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7881" y="2168525"/>
            <a:ext cx="27190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Тип данных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37881" y="2526010"/>
            <a:ext cx="2719022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столбец имеет определённый тип: число, дата, текст. Тип задаёт, какие значения можно хранить в поле и как база будет их обрабатывать.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886400" y="1992114"/>
            <a:ext cx="3071934" cy="2527399"/>
          </a:xfrm>
          <a:prstGeom prst="roundRect">
            <a:avLst>
              <a:gd name="adj" fmla="val 282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62807" y="2168525"/>
            <a:ext cx="271912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Контроль корректности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062807" y="2791718"/>
            <a:ext cx="2719121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Тип данных — это не просто удобство. Он помогает контролировать корректность информации на уровне самой базы, до того как ошибка попадёт в приложение.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4672608"/>
            <a:ext cx="6296860" cy="1485999"/>
          </a:xfrm>
          <a:prstGeom prst="roundRect">
            <a:avLst>
              <a:gd name="adj" fmla="val 480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7881" y="4849019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Важно для тестировщика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37881" y="5206504"/>
            <a:ext cx="5944047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поле предназначено для числового идентификатора, попытка сохранить туда произвольный текст должна быть обработана по правилам системы — это ключевой сценарий при проверке границ.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46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Строка и запись: единица информации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577108"/>
            <a:ext cx="5226911" cy="24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Одна строка таблицы — это отдельная запись о конкретном объекте. В таблице пользователей каждая строка описывает одного человека со всеми его свойствами. Две строки могут содержать похожие данные, но база должна различать их.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Например, два пользователя могут иметь одинаковое имя. Использовать имя как единственный способ определения записи неудобно и небезопасно. Поэтому нужен способ однозначно идентифицировать каждую строку — это задача первичного ключа.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994" y="1457424"/>
            <a:ext cx="4704141" cy="47042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15963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Первичный ключ: уникальная идентификация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011545"/>
            <a:ext cx="629686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Первичный ключ — это поле или набор полей, которые однозначно идентифицируют строку. Чаще всего это отдельный идентификатор, например </a:t>
            </a:r>
            <a:r>
              <a:rPr lang="en-US" sz="12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У каждого объекта это значение должно быть уникальным и не пустым.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74268"/>
            <a:ext cx="6296860" cy="14054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7354" y="3053953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Уникальность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917354" y="3386832"/>
            <a:ext cx="586130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в таблице пользователей существует запись с </a:t>
            </a:r>
            <a:r>
              <a:rPr lang="en-US" sz="12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 = 15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другой пользователь не может иметь тот же ключ. Это гарантирует, что приложение обращается именно к нужной записи.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416227"/>
            <a:ext cx="6296860" cy="16431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7354" y="4595912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Значение для тестировщика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917354" y="4928791"/>
            <a:ext cx="5861300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Многие операции в приложении работают именно с внутренним идентификатором, а не с отображаемым именем. Понимание этого помогает правильно интерпретировать поведение системы при тестировании.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756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нужен уникальный идентификатор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091730"/>
            <a:ext cx="5476043" cy="4139208"/>
          </a:xfrm>
          <a:prstGeom prst="roundRect">
            <a:avLst>
              <a:gd name="adj" fmla="val 3288"/>
            </a:avLst>
          </a:prstGeom>
          <a:solidFill>
            <a:srgbClr val="27B29F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308726"/>
            <a:ext cx="5098029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 = 25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714357" y="3284934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Клиент №1: Иван Иванов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14357" y="3847207"/>
            <a:ext cx="5098029" cy="254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14357" y="4160445"/>
            <a:ext cx="5098029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 = 84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714357" y="5136654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Клиент №2: Иван Иванов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2261791"/>
            <a:ext cx="5203794" cy="3799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Представьте двух клиентов с одинаковыми именами. Для человека это нормально, но для программы одного имени недостаточно. Уникальный идентификатор решает эту проблему: первый клиент получает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 = 25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второй —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 = 84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Идентификатор остаётся постоянным даже когда другие данные меняются. Пользователь может сменить имя, почту или телефон, но его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продолжает обозначать ту же запись. Это делает связи между таблицами устойчивыми. В интерфейсе пользователь может не видеть этот ключ, но внутри системы он имеет большое значение для связывания объектов.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933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Внешний ключ: связь между таблицами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10" y="2132905"/>
            <a:ext cx="6565736" cy="34091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5420" y="3377885"/>
            <a:ext cx="810202" cy="91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Связь таблиц через внешний ключ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89622" y="2836454"/>
            <a:ext cx="1419474" cy="18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89622" y="3070608"/>
            <a:ext cx="1419474" cy="142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Таблица с полем id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824908" y="3614267"/>
            <a:ext cx="1419474" cy="18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Orders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24908" y="3848422"/>
            <a:ext cx="1419474" cy="142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Таблица с полем user_id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89622" y="4353190"/>
            <a:ext cx="1419474" cy="18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Внешний ключ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89622" y="4587344"/>
            <a:ext cx="1419474" cy="284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user_id → id показывает связь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017270" y="1520031"/>
            <a:ext cx="3519201" cy="463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Внешний ключ используется для связи записи одной таблицы с записью другой. Например, в таблице заказов есть поле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которое показывает, какому пользователю принадлежит заказ. Значение этого поля ссылается на идентификатор в таблице пользователей.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у пользователя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 = 15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заказ с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= 15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связан именно с ним. Нам не нужно хранить полное имя, телефон и другие данные пользователя внутри каждого заказа. Внешние ключи позволяют базе контролировать связи и не допускать ссылок на несуществующие объекты.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10945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Связи между таблицами: логика предметной области</a:t>
            </a:r>
            <a:endParaRPr lang="en-US" sz="2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1918891"/>
            <a:ext cx="756028" cy="10465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10333" y="2070100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Один ко многим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6110333" y="2378869"/>
            <a:ext cx="541988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пользователь создаёт несколько заказов. Несколько строк таблицы заказов ссылаются на одну строку таблицы пользователей.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2965450"/>
            <a:ext cx="756028" cy="104655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10333" y="3116659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Один к одному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6110333" y="3425428"/>
            <a:ext cx="541988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Каждая запись одной таблицы связана ровно с одной записью другой. Например, профиль пользователя и его настройки безопасности.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4012009"/>
            <a:ext cx="756028" cy="126424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10333" y="4163219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Много ко многим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6110333" y="4471987"/>
            <a:ext cx="5419887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заказ может содержать несколько товаров, и один товар может входить в несколько заказов. Такая связь требует промежуточной таблицы.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5233360" y="5414995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тестировщика понимание типов связей особенно важно при поиске причин несогласованных данных. Если заказ связан с неправильным пользователем, проблема находится в значении внешнего ключа на уровне данных.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139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Целостность данных: согласованность и надёжность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45618"/>
            <a:ext cx="5203794" cy="289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Целостность данных — это состояние, при котором информация в базе не противоречит установленным правилам. Если заказ обязательно должен принадлежать существующему клиенту, база не должна содержать ссылку на несуществующего пользователя.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Ошибку данных не всегда видно через интерфейс, но неправильные связи постепенно приводят к ошибочным отчётам и проблемам в работе системы.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332776" y="2288183"/>
            <a:ext cx="2507394" cy="2077541"/>
          </a:xfrm>
          <a:prstGeom prst="roundRect">
            <a:avLst>
              <a:gd name="adj" fmla="val 382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28133" y="2483545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Первичный ключ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528133" y="3263106"/>
            <a:ext cx="21166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Контролирует уникальность каждой записи в таблице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029176" y="2288183"/>
            <a:ext cx="2507394" cy="2077541"/>
          </a:xfrm>
          <a:prstGeom prst="roundRect">
            <a:avLst>
              <a:gd name="adj" fmla="val 382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24533" y="2483545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Внешний ключ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224533" y="2967831"/>
            <a:ext cx="21166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Контролирует корректность связей между таблицами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32776" y="4554736"/>
            <a:ext cx="5203794" cy="1479848"/>
          </a:xfrm>
          <a:prstGeom prst="roundRect">
            <a:avLst>
              <a:gd name="adj" fmla="val 536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133" y="4750098"/>
            <a:ext cx="48130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Ограничения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528133" y="5234384"/>
            <a:ext cx="48130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Регулируют обязательность полей и другие правила хранения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06001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Индексы: ускорение поиска данных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1639581"/>
            <a:ext cx="629686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Индекс — это дополнительная структура, которая помогает базе быстрее находить нужные записи. Без подходящего индекса системе иногда приходится просматривать большое количество строк, чтобы найти нужные значения. Разница становится заметной на больших таблицах с сотнями тысяч или миллионами записей.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548533"/>
            <a:ext cx="3095250" cy="20051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95907" y="2654796"/>
            <a:ext cx="170057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394091" y="3115568"/>
            <a:ext cx="2773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Ускорение доступа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394091" y="3400723"/>
            <a:ext cx="2773789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Индекс не является отдельной копией таблицы и не меняет смысл данных — его задача только в ускорении доступа к нужным строкам.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34871" y="2548533"/>
            <a:ext cx="3095349" cy="20051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897517" y="2654796"/>
            <a:ext cx="170057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595601" y="3115568"/>
            <a:ext cx="27738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Стоимость индекса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595601" y="3400723"/>
            <a:ext cx="2773888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Индекс имеет свою цену: его нужно хранить и обновлять при каждом изменении данных. Это компромисс между скоростью чтения и стоимостью записи.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659908"/>
            <a:ext cx="6296860" cy="160823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96762" y="4766171"/>
            <a:ext cx="170057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394091" y="5226943"/>
            <a:ext cx="59753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Сигнал для тестировщика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5394091" y="5512098"/>
            <a:ext cx="597539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запрос к большой таблице работает неожиданно медленно, одной из причин может быть неудачная структура индексов — это стоит проверить совместно с разработчиком.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Microsoft Office PowerPoint</Application>
  <PresentationFormat>Широкоэкранный</PresentationFormat>
  <Paragraphs>77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Consolas</vt:lpstr>
      <vt:lpstr>Arial</vt:lpstr>
      <vt:lpstr>Open Sans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2026-10-07T13:07:44Z</dcterms:created>
  <dcterms:modified xsi:type="dcterms:W3CDTF">2026-10-07T13:27:56Z</dcterms:modified>
</cp:coreProperties>
</file>