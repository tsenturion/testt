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ontserrat Bold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67631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анализировать качество требований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002459"/>
            <a:ext cx="291785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Требование — это основа для разработки и тестирования. Если оно неполное, допускает разные трактовки или противоречит другим правилам, команда работает на предположениях.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3910708" y="2832398"/>
            <a:ext cx="3190101" cy="2657872"/>
          </a:xfrm>
          <a:prstGeom prst="roundRect">
            <a:avLst>
              <a:gd name="adj" fmla="val 5120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4099715" y="3021409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Главный вопрос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099715" y="3505696"/>
            <a:ext cx="281208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разные участники по-разному понимают одну фразу, проблемы возникают не из-за ошибок в работе — а из-за неясности исходного правила.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означает полнота требования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1381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Полное требование содержит достаточно информации для понимания ожидаемого поведения системы. Это не о количестве текста — а о наличии всех существенных условий.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733701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026793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950990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Задайте себе вопрос: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смогу ли я определить условия проверки и ожидаемый результат без предположений?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Если нет — в требовании информационный пробел.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501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85713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Полнота входных условий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163961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Часто требование описывает результат, но не определяет, при каких условиях он должен наступить.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16039"/>
            <a:ext cx="6296860" cy="16328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7954" y="3120926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Неполное требование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67954" y="3503712"/>
            <a:ext cx="578549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«Пользователь получает скидку 10%» — не указано: какой пользователь, при какой сумме, совместима ли с другими скидками, когда применяется.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719439"/>
            <a:ext cx="6296860" cy="13527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954" y="4924326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Что нужно добавить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67954" y="5307112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Входные условия: кто, когда, при каких параметрах. Без них невозможно построить воспроизводимый сценарий проверки.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60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Полнота ожидаемого результата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60216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Обратная проблема: условия описаны, но результат остаётся неопределённым.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44936" y="3347740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«Если пароль введён неправильно пять раз, система должна принять необходимые меры»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177679"/>
            <a:ext cx="25399" cy="944959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4335264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именно произойдёт? Блокировка? Сообщение? Уведомление администратора? Всё вместе?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32776" y="2402780"/>
            <a:ext cx="2507394" cy="981273"/>
          </a:xfrm>
          <a:prstGeom prst="roundRect">
            <a:avLst>
              <a:gd name="adj" fmla="val 80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8133" y="2598142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Блокировка аккаунта?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9029176" y="2402780"/>
            <a:ext cx="2507394" cy="981273"/>
          </a:xfrm>
          <a:prstGeom prst="roundRect">
            <a:avLst>
              <a:gd name="adj" fmla="val 80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24533" y="2598142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Сообщение пользователю?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332776" y="3573066"/>
            <a:ext cx="2507394" cy="981273"/>
          </a:xfrm>
          <a:prstGeom prst="roundRect">
            <a:avLst>
              <a:gd name="adj" fmla="val 80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133" y="3768427"/>
            <a:ext cx="21166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Email-уведомление?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9029176" y="3573066"/>
            <a:ext cx="2507394" cy="981273"/>
          </a:xfrm>
          <a:prstGeom prst="roundRect">
            <a:avLst>
              <a:gd name="adj" fmla="val 80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24533" y="3768427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Капча?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32776" y="476696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Полное требование описывает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наблюдаемый результат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то, что можно проверить.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2" y="134541"/>
            <a:ext cx="4392503" cy="658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34901"/>
            <a:ext cx="6296860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означает однозначность требования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574330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Однозначное требование допускает только одну разумную интерпретацию. Если два специалиста прочитают его и придут к разным выводам — требование неоднозначно.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33360" y="3606502"/>
            <a:ext cx="6296860" cy="2616597"/>
          </a:xfrm>
          <a:prstGeom prst="roundRect">
            <a:avLst>
              <a:gd name="adj" fmla="val 288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3612852"/>
            <a:ext cx="6284160" cy="1301948"/>
          </a:xfrm>
          <a:custGeom>
            <a:avLst/>
            <a:gdLst/>
            <a:ahLst/>
            <a:cxnLst/>
            <a:rect l="l" t="t" r="r" b="b"/>
            <a:pathLst>
              <a:path w="6284160" h="1301948">
                <a:moveTo>
                  <a:pt x="62849" y="0"/>
                </a:moveTo>
                <a:lnTo>
                  <a:pt x="6221311" y="0"/>
                </a:lnTo>
                <a:arcTo hR="62850" wR="62849" stAng="16200000" swAng="5400000"/>
                <a:lnTo>
                  <a:pt x="6284160" y="1301948"/>
                </a:lnTo>
                <a:lnTo>
                  <a:pt x="0" y="1301948"/>
                </a:lnTo>
                <a:lnTo>
                  <a:pt x="0" y="62850"/>
                </a:lnTo>
                <a:arcTo hR="62850" wR="62849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5419193" y="3792339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Субъективно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419193" y="4175125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«Страница должна загружаться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быстро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» — для кого-то это 1 сек, для кого-то 5 сек.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9710" y="4914801"/>
            <a:ext cx="6284160" cy="1301948"/>
          </a:xfrm>
          <a:custGeom>
            <a:avLst/>
            <a:gdLst/>
            <a:ahLst/>
            <a:cxnLst/>
            <a:rect l="l" t="t" r="r" b="b"/>
            <a:pathLst>
              <a:path w="6284160" h="1301948">
                <a:moveTo>
                  <a:pt x="0" y="0"/>
                </a:moveTo>
                <a:lnTo>
                  <a:pt x="6284160" y="0"/>
                </a:lnTo>
                <a:lnTo>
                  <a:pt x="6284160" y="1239098"/>
                </a:lnTo>
                <a:arcTo hR="62850" wR="62849" stAng="0" swAng="5400000"/>
                <a:lnTo>
                  <a:pt x="62849" y="1301948"/>
                </a:lnTo>
                <a:arcTo hR="62850" wR="62849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5239710" y="4914801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5419193" y="5094288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Измеримо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19193" y="5477073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«Страница загружается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более чем за 2 секунды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при стандартном соединении.»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Неоднозначность из-за терминов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11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552105"/>
            <a:ext cx="5226911" cy="1171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Одно слово может сделать требование неоднозначным, если его значение не определено заранее.</a:t>
            </a:r>
            <a:endParaRPr lang="en-US" sz="13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Активный клиент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» — для отдела продаж это покупка за последние 3 месяца, для поддержки — незакрытый договор.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309659" y="3896320"/>
            <a:ext cx="5226911" cy="1136055"/>
          </a:xfrm>
          <a:prstGeom prst="roundRect">
            <a:avLst>
              <a:gd name="adj" fmla="val 6289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715" y="4133552"/>
            <a:ext cx="212620" cy="1700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62392" y="4076502"/>
            <a:ext cx="45041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Важные понятия должны использоваться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последовательно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 понятным смыслом в рамках всего проекта.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679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Неоднозначность условий и логических связей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7611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Неоднозначность возникает из структуры фразы — особенно когда несколько условий соединены через «и» или «или».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44936" y="3776266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«Скидка для постоянных клиентов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заказов больше 5000 рублей»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3606205"/>
            <a:ext cx="25399" cy="944959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4763790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 две независимые категории или одна комбинация? Такие различия радикально меняют бизнес-логику и тесты.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32776" y="3606205"/>
            <a:ext cx="2507394" cy="1782266"/>
          </a:xfrm>
          <a:prstGeom prst="roundRect">
            <a:avLst>
              <a:gd name="adj" fmla="val 445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8133" y="3801566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Вариант А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528133" y="4285853"/>
            <a:ext cx="21166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Скидка = постоянный клиент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ИЛИ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заказ &gt; 5000 ₽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029176" y="3606205"/>
            <a:ext cx="2507394" cy="1782266"/>
          </a:xfrm>
          <a:prstGeom prst="roundRect">
            <a:avLst>
              <a:gd name="adj" fmla="val 445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24533" y="3801566"/>
            <a:ext cx="21166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Вариант Б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224533" y="4285853"/>
            <a:ext cx="21166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Скидка = постоянный клиент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И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заказ &gt; 5000 ₽ одновременно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03" y="113407"/>
            <a:ext cx="4420680" cy="6631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13594"/>
            <a:ext cx="6296860" cy="1417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означает непротиворечивость требований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2412405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Непротиворечивость означает, что разные требования не задают взаимоисключающее поведение для одной ситуации.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983805"/>
            <a:ext cx="6296860" cy="8669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79814" y="3154065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Требование 1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479814" y="3462834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«Отмена заказа возможна до момента отправки.»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971727"/>
            <a:ext cx="6296860" cy="8669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79814" y="4141986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Требование 2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479814" y="4450755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«После оплаты отмена заказа запрещена.»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959648"/>
            <a:ext cx="6296860" cy="10846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79814" y="5129907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Конфликт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5479814" y="5438676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делать с оплаченным, но ещё не отправленным заказом? Конфликт делает невозможным определение единственного ожидаемого результата.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6775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Противоречия между разными источниками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342852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Требования конфликтуют не только внутри одного документа. Одно поведение может быть в SRS, другое — в User Story, третье — в макете или комментарии.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2971899"/>
            <a:ext cx="10868745" cy="577255"/>
          </a:xfrm>
          <a:prstGeom prst="roundRect">
            <a:avLst>
              <a:gd name="adj" fmla="val 11690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106" y="3166666"/>
            <a:ext cx="200814" cy="160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3551" y="3148509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Нужно определить, какое правило действующее, и привести все материалы к единому состоянию.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3702745"/>
            <a:ext cx="3531901" cy="482005"/>
          </a:xfrm>
          <a:prstGeom prst="roundRect">
            <a:avLst>
              <a:gd name="adj" fmla="val 4999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6877" y="3823196"/>
            <a:ext cx="240996" cy="2410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106" y="4321274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SRS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2106" y="4654153"/>
            <a:ext cx="321063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Пароль: минимум 8 символов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29897" y="3702745"/>
            <a:ext cx="3531901" cy="482005"/>
          </a:xfrm>
          <a:prstGeom prst="roundRect">
            <a:avLst>
              <a:gd name="adj" fmla="val 4999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5300" y="3823196"/>
            <a:ext cx="240996" cy="2410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90528" y="4321274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Story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490528" y="4654153"/>
            <a:ext cx="321063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Критерии приёмки: минимум 10 символов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998319" y="3702745"/>
            <a:ext cx="3531901" cy="482005"/>
          </a:xfrm>
          <a:prstGeom prst="roundRect">
            <a:avLst>
              <a:gd name="adj" fmla="val 4999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43722" y="3823196"/>
            <a:ext cx="240996" cy="2410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58951" y="4321274"/>
            <a:ext cx="32106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Макет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8158951" y="4654153"/>
            <a:ext cx="321063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Подсказка: «от 6 до 20 символов»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255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Практический подход к анализу требований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01241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Читайте требование как основу для проверки. Определите четыре элемента: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209" y="1485404"/>
            <a:ext cx="6193179" cy="3873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52590" y="3235877"/>
            <a:ext cx="1276833" cy="427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Ожидаемый результат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57095" y="4980407"/>
            <a:ext cx="1276833" cy="2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Ограничения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61955" y="3342035"/>
            <a:ext cx="1276833" cy="2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Действие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57095" y="1542584"/>
            <a:ext cx="1276833" cy="427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Условие входа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5633244"/>
            <a:ext cx="35457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Полнота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5895479"/>
            <a:ext cx="354579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Достаточно информации, чтобы написать тест без предположений.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22952" y="5633244"/>
            <a:ext cx="35457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Однозначность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322952" y="5895479"/>
            <a:ext cx="354579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 участники команды понимают требование одинаково.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984429" y="5633244"/>
            <a:ext cx="354579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Непротиворечивость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84429" y="5895479"/>
            <a:ext cx="3545791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Требование согласуется со всеми связанными правилами и источниками.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2425" y="5462885"/>
            <a:ext cx="3583890" cy="381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6" name="Shape 13"/>
          <p:cNvSpPr/>
          <p:nvPr/>
        </p:nvSpPr>
        <p:spPr>
          <a:xfrm>
            <a:off x="4303902" y="5462885"/>
            <a:ext cx="3583890" cy="381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7" name="Shape 14"/>
          <p:cNvSpPr/>
          <p:nvPr/>
        </p:nvSpPr>
        <p:spPr>
          <a:xfrm>
            <a:off x="7965380" y="5462885"/>
            <a:ext cx="3583890" cy="38100"/>
          </a:xfrm>
          <a:prstGeom prst="rect">
            <a:avLst/>
          </a:prstGeom>
          <a:solidFill>
            <a:srgbClr val="27B29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2026-09-30T13:16:27Z</dcterms:created>
  <dcterms:modified xsi:type="dcterms:W3CDTF">2026-09-30T13:16:27Z</dcterms:modified>
</cp:coreProperties>
</file>