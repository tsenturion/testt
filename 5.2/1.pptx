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  <p:italic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14390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91852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исследовательское тестирование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402780"/>
            <a:ext cx="6296860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Подход, при котором изучение продукта, проектирование проверок и выполнение тестов происходят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одновременно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Тестировщик начинает с цели, наблюдает поведение системы и на основе полученной информации решает, что проверить дальше.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3507284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8456" y="3674269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по инструкции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28456" y="4007148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Проверки адаптируются в процессе, а не выполняются по заранее написанному сценарию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878165" y="3507284"/>
            <a:ext cx="3080169" cy="1380034"/>
          </a:xfrm>
          <a:prstGeom prst="roundRect">
            <a:avLst>
              <a:gd name="adj" fmla="val 489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5146" y="3674269"/>
            <a:ext cx="274620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Находит неожиданное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045146" y="4007148"/>
            <a:ext cx="274620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Обнаруживает проблемы, которые невозможно предсказать и описать заранее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61475" y="5023842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456" y="5190827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в реальном времени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828456" y="5523706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думает и принимает решения во время работы, а не только исполняет инструкции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670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Мышление тестировщика как главный инструмент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72" y="1925141"/>
            <a:ext cx="3016869" cy="30169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993" y="3195836"/>
            <a:ext cx="692747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 исследовательском тестировании основной инструмент — это способность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строить и проверять гипотезы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 возможных проблемах.</a:t>
            </a:r>
            <a:endParaRPr lang="en-US" sz="12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1699" y="5254179"/>
            <a:ext cx="240996" cy="2410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3551" y="5249267"/>
            <a:ext cx="298700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Постоянный вопрос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183551" y="5582146"/>
            <a:ext cx="2987005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 здесь может пойти не так?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1432" y="5254179"/>
            <a:ext cx="240996" cy="2410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863284" y="5249267"/>
            <a:ext cx="298710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Замечаем аномалии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4863284" y="5582146"/>
            <a:ext cx="298710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Необычные задержки, неожиданные изменения, странные последовательности действий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81264" y="5254179"/>
            <a:ext cx="240996" cy="2410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543116" y="5249267"/>
            <a:ext cx="2987005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 продукта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8543116" y="5582146"/>
            <a:ext cx="298700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Понимание назначения системы и действий реального пользователя делает проверки качественнее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67345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Ad-hoc тестирование: свобода без плана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712813"/>
            <a:ext cx="629686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Наиболее свободная форма проверки — без заранее подготовленного сценария. Тестировщик опирается на понимание продукта и собственный опыт.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229247"/>
            <a:ext cx="6296860" cy="10098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70289" y="2389981"/>
            <a:ext cx="589920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Быстрый старт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70289" y="2681486"/>
            <a:ext cx="589920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Полезно для первого представления о качестве новой функции — можно начать немедленно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345359"/>
            <a:ext cx="6296860" cy="81141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70289" y="3506093"/>
            <a:ext cx="589920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Логика сохраняется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470289" y="3797598"/>
            <a:ext cx="589920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Проверки не случайны — просто не оформлены заранее в документацию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263033"/>
            <a:ext cx="6296860" cy="10098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70289" y="4423767"/>
            <a:ext cx="589920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⚠️</a:t>
            </a: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Слабая воспроизводимость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470289" y="4715272"/>
            <a:ext cx="589920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Главный недостаток: сложно повторить и передать результаты другому специалисту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5379145"/>
            <a:ext cx="6296860" cy="81141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70289" y="5539879"/>
            <a:ext cx="5899201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📝</a:t>
            </a: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Фиксируйте сразу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5470289" y="5831384"/>
            <a:ext cx="589920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записывать действия сразу после обнаружения необычного поведения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17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Exploratory Testing vs Ad-hoc: в чём разница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361976"/>
            <a:ext cx="11478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Оба подхода не требуют следования заранее расписанному сценарию, но различаются по уровню структурированности.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33" y="1965027"/>
            <a:ext cx="4196352" cy="419645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6366" y="3059113"/>
            <a:ext cx="2818933" cy="20082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53571" y="3078163"/>
            <a:ext cx="259172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Exploratory Testing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953571" y="3496965"/>
            <a:ext cx="2591727" cy="1551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Управляемое исследование с определённой целью. Каждый результат становится основанием для следующего шага — процесс осознан и управляем.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17538" y="3059113"/>
            <a:ext cx="2818933" cy="20082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44743" y="3078163"/>
            <a:ext cx="259172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Ad-hoc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8944743" y="3496965"/>
            <a:ext cx="2591727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Значительно менее формализованный подход. Процесс может быть более спонтанным, без явной логики перехода между шагами.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687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строить гипотезы во время исследования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921966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Каждое следующее действие должно иметь причину — это отличает качественное исследование от случайного нажатия кнопок.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313285"/>
            <a:ext cx="5366112" cy="16306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48043" y="2433737"/>
            <a:ext cx="19277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156" y="2955925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Формулируем предположение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41156" y="3288804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Конкретно: </a:t>
            </a:r>
            <a:r>
              <a:rPr lang="en-US" sz="12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«Если пользователь несколько раз быстро отправит форму, система может создать дубликаты»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2313285"/>
            <a:ext cx="5366112" cy="16306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50676" y="2433737"/>
            <a:ext cx="19277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343789" y="2955925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Наблюдаем аномалию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6343789" y="3288804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Гипотезы появляются из поведения системы — одна аномалия может привести к обнаружению более глубокой проблемы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80470"/>
            <a:ext cx="5366112" cy="16306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248043" y="4200922"/>
            <a:ext cx="19277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841156" y="4723110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Делаем проверяемой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41156" y="5055989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Нужно понимать конкретное условие и ожидаемое поведение — иначе невозможно оценить результат</a:t>
            </a:r>
            <a:endParaRPr lang="en-US" sz="12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4080470"/>
            <a:ext cx="5366112" cy="16306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750676" y="4200922"/>
            <a:ext cx="192777" cy="241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343789" y="4723110"/>
            <a:ext cx="500675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Уточняем направление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343789" y="5055989"/>
            <a:ext cx="500675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Чем точнее гипотеза, тем проще определить следующий шаг исследования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894457"/>
            <a:ext cx="3180774" cy="318085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17029" y="1625798"/>
            <a:ext cx="6919442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Исследование неизвестной функциональности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617029" y="2842121"/>
            <a:ext cx="691944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функция новая или плохо документирована, исследовательский подход помогает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построить модель поведения системы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4419798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97243" y="4478238"/>
            <a:ext cx="29596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Сначала — понять, потом — искать дефекты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197243" y="5101431"/>
            <a:ext cx="2959621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Первая задача: разобраться, как система работает, а не сразу максимизировать количество найденных ошибок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48153" y="4419798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83921" y="4478238"/>
            <a:ext cx="2959621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Строим внутреннюю карту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4883921" y="5101431"/>
            <a:ext cx="29596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Какие поля влияют на другие, как изменение статуса влияет на доступность операций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34831" y="4419798"/>
            <a:ext cx="382677" cy="382687"/>
          </a:xfrm>
          <a:prstGeom prst="roundRect">
            <a:avLst>
              <a:gd name="adj" fmla="val 1867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70599" y="4478238"/>
            <a:ext cx="29596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Факт vs ожидание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70599" y="4835723"/>
            <a:ext cx="2959621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Важно чётко отделять фактическое поведение системы от ожидаемого — особенно в старых приложениях с неполной документацией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4555"/>
            <a:ext cx="6296860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Session-based testing: структурированное исследование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275483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Подход, который делает исследовательское тестирование более управляемым через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ограничение времени и области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904530"/>
            <a:ext cx="803255" cy="11296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1251" y="3065165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Определяем область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1601251" y="3398044"/>
            <a:ext cx="535708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«потестировать приложение», а конкретная цель: например, </a:t>
            </a:r>
            <a:r>
              <a:rPr lang="en-US" sz="1250" i="1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изменение адреса при сформированном заказе</a:t>
            </a:r>
            <a:endParaRPr lang="en-US" sz="12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34135"/>
            <a:ext cx="803255" cy="11296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1251" y="4194770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Работаем в рамках сессии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1601251" y="4527649"/>
            <a:ext cx="535708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Ограниченный период, свобода выбора шагов внутри — но фокус на основной цели не теряется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163741"/>
            <a:ext cx="803255" cy="11296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01251" y="5324376"/>
            <a:ext cx="53570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Подводим итог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1601251" y="5657255"/>
            <a:ext cx="535708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сессии понятно: что исследовали, сколько времени потратили, что обнаружили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0677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Charter: цель исследовательской сессии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2543274"/>
            <a:ext cx="581179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Charter — краткое описание того,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что исследуем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на что обращаем внимание и какие риски проверяем. Это не пошаговый сценарий — иначе теряется сама суть исследования.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61475" y="3332361"/>
            <a:ext cx="5811791" cy="728663"/>
          </a:xfrm>
          <a:prstGeom prst="roundRect">
            <a:avLst>
              <a:gd name="adj" fmla="val 8716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680" y="3523853"/>
            <a:ext cx="189007" cy="15120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52893" y="3479006"/>
            <a:ext cx="516916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Пример хорошего charter: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«Исследовать поведение корзины при изменении состава заказа между несколькими вкладками браузера»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299" y="1440557"/>
            <a:ext cx="3750375" cy="3750469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2425" y="5444034"/>
            <a:ext cx="5377819" cy="782241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50779" y="5463084"/>
            <a:ext cx="516946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Достаточно широко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850779" y="5771852"/>
            <a:ext cx="5169465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Чтобы было пространство для поиска неожиданных проблем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2401" y="5444034"/>
            <a:ext cx="5377819" cy="782241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360755" y="5463084"/>
            <a:ext cx="516946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слишком широко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360755" y="5771852"/>
            <a:ext cx="516946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«Потестировать интернет-магазин» — невозможно выполнить содержательно за одну сессию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219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Фиксация результатов исследования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5086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 время сессии важно записывать не только дефекты, но и само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направление проверки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65909"/>
            <a:ext cx="472468" cy="472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0177" y="2665909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Кратко, не дословно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70177" y="3074591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Фиксируем важные действия, наблюдения и вопросы — не подробное протоколирование каждого клика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665909"/>
            <a:ext cx="472468" cy="472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22617" y="2665909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Последовательность к дефекту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922617" y="3074591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Записываем цепочку действий, которая привела к необычному результату, и условия воспроизведения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59870"/>
            <a:ext cx="472468" cy="472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0177" y="4359870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не подтвердилось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370177" y="4768552"/>
            <a:ext cx="460750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Фиксируем и проверенные предположения, которые не сработали — это предотвращает повторные проверки</a:t>
            </a:r>
            <a:endParaRPr lang="en-US" sz="14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359870"/>
            <a:ext cx="472468" cy="472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22617" y="4359870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Итог сессии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6922617" y="4768552"/>
            <a:ext cx="460760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сессии должны уметь объяснить: что исследовали, какие варианты смотрели, какие риски подтвердились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10716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Место исследовательского тестирования в работе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2019598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Исследовательский подход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дополняет, но не заменяет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управляемую систему проверок. Он особенно силён там, где формальный сценарий бессилен.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2648645"/>
            <a:ext cx="3080169" cy="2119809"/>
          </a:xfrm>
          <a:prstGeom prst="roundRect">
            <a:avLst>
              <a:gd name="adj" fmla="val 318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0341" y="2815630"/>
            <a:ext cx="2746207" cy="753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Нестандартное поведение пользователя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400341" y="3650555"/>
            <a:ext cx="274620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Возвращается назад, прерывает операции, выполняет действия в неожиданной последовательности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450051" y="2648645"/>
            <a:ext cx="3080169" cy="2119809"/>
          </a:xfrm>
          <a:prstGeom prst="roundRect">
            <a:avLst>
              <a:gd name="adj" fmla="val 318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17032" y="2815630"/>
            <a:ext cx="2746207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После исправления дефекта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617032" y="3399532"/>
            <a:ext cx="2746207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Исследуем соседнее поведение — исправление одной ошибки может повлиять на связанные сценарии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33360" y="4904978"/>
            <a:ext cx="6296860" cy="1142305"/>
          </a:xfrm>
          <a:prstGeom prst="roundRect">
            <a:avLst>
              <a:gd name="adj" fmla="val 590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0341" y="5071963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Рискованные области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5400341" y="5404842"/>
            <a:ext cx="596289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Глубокое изучение продукта, проверка неочевидного поведения и обнаружение того, что трудно описать формально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751</Words>
  <Application>Microsoft Office PowerPoint</Application>
  <PresentationFormat>Широкоэкранный</PresentationFormat>
  <Paragraphs>97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Open Sans</vt:lpstr>
      <vt:lpstr>Montserrat Bold</vt:lpstr>
      <vt:lpstr>Noto Color Emoji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2026-10-01T14:29:28Z</dcterms:created>
  <dcterms:modified xsi:type="dcterms:W3CDTF">2026-10-01T17:40:32Z</dcterms:modified>
</cp:coreProperties>
</file>