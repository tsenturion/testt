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54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58276"/>
            <a:ext cx="6296860" cy="1594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Назначение автоматизации тестирования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2565246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Автоматизация — это передача компьютеру выполнения заранее определённых проверок вместо ручного повтора одних и тех же действий.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3252589"/>
            <a:ext cx="3071835" cy="1485999"/>
          </a:xfrm>
          <a:prstGeom prst="roundRect">
            <a:avLst>
              <a:gd name="adj" fmla="val 480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7881" y="3429000"/>
            <a:ext cx="27190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Цель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37881" y="3786485"/>
            <a:ext cx="271902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Сократить повторяющуюся работу, а не полностью заменить ручное тестирование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86400" y="3252589"/>
            <a:ext cx="3071934" cy="1485999"/>
          </a:xfrm>
          <a:prstGeom prst="roundRect">
            <a:avLst>
              <a:gd name="adj" fmla="val 480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62807" y="3429000"/>
            <a:ext cx="27191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Выгода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062807" y="3786485"/>
            <a:ext cx="271912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Освобождает время специалиста для сложных задач, требующих анализа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1475" y="4891683"/>
            <a:ext cx="6296860" cy="1227435"/>
          </a:xfrm>
          <a:prstGeom prst="roundRect">
            <a:avLst>
              <a:gd name="adj" fmla="val 582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7881" y="5068094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Важно помнить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37881" y="5425579"/>
            <a:ext cx="5944047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Качество зависит от правильности самой проверки — компьютер воспроизводит то, что ему задано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022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Когда автоматизация действительно необходима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1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304455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Автоматизация наиболее полезна для проверок, которые выполняются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регулярно и часто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3201" y="3079353"/>
            <a:ext cx="6903269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Частые обновления приложения требуют повторных проверок базовых функций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проверка выполняется один раз — разработка автотеста может быть нецелесообразна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Решение зависит от реальных условий работы, а не от желания автоматизировать всё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633201" y="5238651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5531743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7449" y="5455940"/>
            <a:ext cx="6709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Ключевой вопрос: как часто эта проверка будет запускаться?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5723"/>
            <a:ext cx="10868745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Экономическая целесообразность автоматизации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2059567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Автоматизация требует первоначальных затрат на разработку и настройку проверки. Оценивать пользу только по скорости готового теста — ошибка.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020" y="2684562"/>
            <a:ext cx="8297556" cy="3003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56192" y="4955095"/>
            <a:ext cx="2352548" cy="259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Возврат инвестиций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56192" y="4049736"/>
            <a:ext cx="2523742" cy="259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Регулярные прогонки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556192" y="3135138"/>
            <a:ext cx="2929786" cy="259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Первоначальные затраты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1475" y="5845953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проверка выполняется ежедневно в течение года, автоматизация, как правило, окупается с учётом затрат на сопровождение.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39255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Приоритет критически важных сценариев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1834837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выборе сценариев для автоматизации в первую очередь рассматривают функции, от которых зависит основной бизнес-процесс.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459831"/>
            <a:ext cx="6296860" cy="11677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7354" y="2639516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Критичные операции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917354" y="2972395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Оформление заказа, оплата, авторизация — требуют особенно тщательной проверки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764062"/>
            <a:ext cx="6296860" cy="11677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7354" y="3943747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Проверяйте результаты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917354" y="4276626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Важно проверять не только видимые действия, но и итоги, определяющие успешность операции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068292"/>
            <a:ext cx="6296860" cy="11677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7354" y="5247977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Гибкость подхода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917354" y="5580856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Критичность не означает, что проверку обязательно выполнять через интерфейс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5784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Стабильность сценария и ожидаемого результата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52539"/>
            <a:ext cx="67899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автоматизации подходят сценарии с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понятным и стабильным поведением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627438"/>
            <a:ext cx="6789965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требования часто меняются, автотест потребует постоянных исправлений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 должен быть объективно определяемым — например, сравнение числовых значений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критерий успешности нельзя чётко сформулировать, автоматизированная проверка будет ненадёжна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946" y="2352576"/>
            <a:ext cx="3617524" cy="36176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4392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Какие проверки лучше оставить ручными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4311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все виды проверок одинаково подходят для автоматизации.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358158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0177" y="3358158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Субъективная оценка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370177" y="4062115"/>
            <a:ext cx="275672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Задачи, требующие профессионального суждения и экспертного взгляда, остаются за человеком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358158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1836" y="3358158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Исследование нового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5071836" y="4062115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Анализ новых функций и неоднозначных ситуаций требует участия специалиста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3358158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73496" y="3358158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Взаимодополнение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773496" y="3766840"/>
            <a:ext cx="275672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Ручное и автоматизированное тестирование решают разные задачи и дополняют друг друга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44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Пирамида тестирования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60624"/>
            <a:ext cx="4410659" cy="4410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39641" y="2160290"/>
            <a:ext cx="599683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Пирамида тестирования — модель распределения автоматизированных проверок по уровням сложности.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539641" y="2935188"/>
            <a:ext cx="5996830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Основание: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много быстрых и недорогих проверок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Верхушка: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меньше сложных и дорогих проверок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Чем выше уровень, тем больше компонентов участвует и тем сложнее найти источник проблемы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539641" y="4489648"/>
            <a:ext cx="5996830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648" y="4782741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53889" y="4706938"/>
            <a:ext cx="519357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ориентир, а не обязательное правило с фиксированными процентами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41640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Основание пирамиды: модульные проверки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1901428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Модульные тесты проверяют отдельные функции и части логики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без запуска всего приложения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2653506"/>
            <a:ext cx="897808" cy="10774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1721" y="2832993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Скорость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301721" y="3215779"/>
            <a:ext cx="5228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Выполняются быстро и точно определяют место ошибки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3730923"/>
            <a:ext cx="897808" cy="13019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01721" y="3910409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Пример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6301721" y="4293195"/>
            <a:ext cx="52284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функции расчёта скидки без открытия интерфейса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360" y="5032871"/>
            <a:ext cx="897808" cy="13019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01721" y="5212358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Ограничение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301721" y="5595144"/>
            <a:ext cx="52284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подтверждают, что всё приложение работает правильно в совокупности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8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Средний и верхний уровни пирамиды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1894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Проверки взаимодействия компонентов и сквозные сценарии дополняют модульные тесты.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033984"/>
            <a:ext cx="1811391" cy="1089124"/>
          </a:xfrm>
          <a:prstGeom prst="roundRect">
            <a:avLst>
              <a:gd name="adj" fmla="val 728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4270" y="2412405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2661873" y="2222996"/>
            <a:ext cx="867934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Модульный уровень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2661873" y="2631678"/>
            <a:ext cx="867934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Отдельные функции и вычисления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567320" y="3110409"/>
            <a:ext cx="8868446" cy="127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3217565"/>
            <a:ext cx="3622882" cy="1089124"/>
          </a:xfrm>
          <a:prstGeom prst="roundRect">
            <a:avLst>
              <a:gd name="adj" fmla="val 728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40016" y="3595985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4473364" y="3406577"/>
            <a:ext cx="68678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Средний уровень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4473364" y="3815259"/>
            <a:ext cx="68678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обмена данными между компонентами системы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378811" y="4293989"/>
            <a:ext cx="7056955" cy="127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4" name="Shape 12"/>
          <p:cNvSpPr/>
          <p:nvPr/>
        </p:nvSpPr>
        <p:spPr>
          <a:xfrm>
            <a:off x="661475" y="4401145"/>
            <a:ext cx="5434373" cy="1391543"/>
          </a:xfrm>
          <a:prstGeom prst="roundRect">
            <a:avLst>
              <a:gd name="adj" fmla="val 570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5761" y="4930775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6284854" y="4590157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End-to-End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284854" y="4998839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Полноценная операция с точки зрения пользователя — важна, но требует больше ресурсов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1475" y="600531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верхнем уровне стараются оставлять только наиболее значимые сценарии.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887" y="469106"/>
            <a:ext cx="4439730" cy="5919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06650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Формирование стратегии автоматизации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61475" y="1664155"/>
            <a:ext cx="629686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Стратегия строится на анализе существующих проверок и выборе оптимального уровня для каждой.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1475" y="2122488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61475" y="2328168"/>
            <a:ext cx="6296860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2432348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 проверок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1475" y="2694583"/>
            <a:ext cx="629686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Определить: частоту запусков, важность функции, возможность получить однозначный результат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1475" y="3246338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61475" y="3452019"/>
            <a:ext cx="6296860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2" name="Text 9"/>
          <p:cNvSpPr/>
          <p:nvPr/>
        </p:nvSpPr>
        <p:spPr>
          <a:xfrm>
            <a:off x="661475" y="3556198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Выбор уровня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1475" y="3818434"/>
            <a:ext cx="629686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Отдельное вычисление → модульный тест; полная операция → сквозной тест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1475" y="4190206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61475" y="4395887"/>
            <a:ext cx="6296860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6" name="Text 13"/>
          <p:cNvSpPr/>
          <p:nvPr/>
        </p:nvSpPr>
        <p:spPr>
          <a:xfrm>
            <a:off x="661475" y="4500066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Адаптация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61475" y="4762302"/>
            <a:ext cx="629686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Стратегия должна изменяться вместе с продуктом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61475" y="5134074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61475" y="5339755"/>
            <a:ext cx="6296860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20" name="Text 17"/>
          <p:cNvSpPr/>
          <p:nvPr/>
        </p:nvSpPr>
        <p:spPr>
          <a:xfrm>
            <a:off x="661475" y="5443934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Оценка эффективности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61475" y="5706170"/>
            <a:ext cx="629686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Критерий — скорость и надёжность обнаружения значимых проблем, а не количество автотестов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555</Words>
  <Application>Microsoft Office PowerPoint</Application>
  <PresentationFormat>Широкоэкранный</PresentationFormat>
  <Paragraphs>91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</vt:lpstr>
      <vt:lpstr>Montserrat Bold</vt:lpstr>
      <vt:lpstr>Arial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2026-10-08T13:34:57Z</dcterms:created>
  <dcterms:modified xsi:type="dcterms:W3CDTF">2026-10-08T13:52:56Z</dcterms:modified>
</cp:coreProperties>
</file>