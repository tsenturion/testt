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  <p:italic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39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0744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Смысл третьего принципа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07220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Третий принцип тестирования утверждает, что проверки нужно начинать как можно раньше. Чем быстрее обнаружена проблема, тем меньше изменений потребуется для её устранения.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192091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44597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4428331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— это не финальный этап, а процесс, интегрированный на всех стадиях создания продукта.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 до появления программного кода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866628"/>
            <a:ext cx="690326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Дефект часто зарождается задолго до написания первой строки кода — в неправильном бизнес-правиле, описанном в требованиях. Разработчик корректно реализует именно то, что записано, но результат не соответствует реальной логике бизнеса.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в описании системы указано неверное ограничение на сумму операции, программа технически работает правильно, но логика неверна. Обнаружение такой проблемы на этапе обсуждения требований требует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минимальных исправлений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6942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стоимость исправления может увеличиваться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49" y="1986359"/>
            <a:ext cx="8127797" cy="3565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5150" y="4394857"/>
            <a:ext cx="1228388" cy="4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Проектирование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495150" y="4897319"/>
            <a:ext cx="1228388" cy="3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Умеренная доработка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397448" y="4394857"/>
            <a:ext cx="1228388" cy="4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397448" y="4897319"/>
            <a:ext cx="1228388" cy="3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Дорогостоящая переделка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87012" y="2306801"/>
            <a:ext cx="1228388" cy="21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Требования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587012" y="2589314"/>
            <a:ext cx="1228388" cy="3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Минимальное исправление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73670" y="2306801"/>
            <a:ext cx="1228388" cy="21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Код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73670" y="2589314"/>
            <a:ext cx="1228388" cy="3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Значительные изменения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75" y="5723930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Одно ошибочное требование становится основой для проектного решения, кода, тестов и документации. Основные затраты появляются не из-за самого изменения кода, а из-за необходимости согласовать все зависимые компоненты.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98079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Ранняя проверка требований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629793"/>
            <a:ext cx="295247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анализирует требования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 начала реализации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проверяя, можно ли однозначно определить ожидаемое поведение функции.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253203" y="2783384"/>
            <a:ext cx="2711481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«После нескольких неправильных попыток ввода пароля учётная запись должна временно блокироваться»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012207" y="2660551"/>
            <a:ext cx="19050" cy="1196578"/>
          </a:xfrm>
          <a:prstGeom prst="roundRect">
            <a:avLst>
              <a:gd name="adj" fmla="val 49999"/>
            </a:avLst>
          </a:prstGeom>
          <a:solidFill>
            <a:srgbClr val="27B29F"/>
          </a:solidFill>
          <a:ln/>
        </p:spPr>
      </p:sp>
      <p:sp>
        <p:nvSpPr>
          <p:cNvPr id="8" name="Text 5"/>
          <p:cNvSpPr/>
          <p:nvPr/>
        </p:nvSpPr>
        <p:spPr>
          <a:xfrm>
            <a:off x="4012207" y="4010720"/>
            <a:ext cx="2952478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Здесь не определены: количество попыток, продолжительность блокировки и поведение при следующем правильном вводе. Уточнение до написания кода предотвращает появление дефектов.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689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Ранняя проверка логики будущей функции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311598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Два правила по отдельности могут быть правильными, но противоречить друг другу в одном сценарии.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63677"/>
            <a:ext cx="2190001" cy="2261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7954" y="3268563"/>
            <a:ext cx="16786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Правило 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7954" y="3719612"/>
            <a:ext cx="167864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заказа разрешено до отправки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2028" y="3063677"/>
            <a:ext cx="2190100" cy="22612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28507" y="3268563"/>
            <a:ext cx="16787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Правило B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3328507" y="3719612"/>
            <a:ext cx="167873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Изменения запрещены после оплаты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2681" y="3063677"/>
            <a:ext cx="2190001" cy="22612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89160" y="3268563"/>
            <a:ext cx="16786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Конфликт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5689160" y="3719612"/>
            <a:ext cx="167864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делать с оплаченным, но ещё не отправленным заказом?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75" y="2165846"/>
            <a:ext cx="3343191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87140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Раннее участие тестировщика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233360" y="2379960"/>
            <a:ext cx="3071835" cy="2010271"/>
          </a:xfrm>
          <a:prstGeom prst="roundRect">
            <a:avLst>
              <a:gd name="adj" fmla="val 355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9767" y="2556371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запуск программы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09767" y="2913856"/>
            <a:ext cx="2719022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Раннее тестирование — это не проверка несуществующего кода, а включение тестового мышления в работу над продуктом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58286" y="2379960"/>
            <a:ext cx="3071934" cy="2010271"/>
          </a:xfrm>
          <a:prstGeom prst="roundRect">
            <a:avLst>
              <a:gd name="adj" fmla="val 355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4693" y="2556371"/>
            <a:ext cx="27191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неоднозначностей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34693" y="3179564"/>
            <a:ext cx="27191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определяет условия, при которых поведение функции становится неоднозначным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543326"/>
            <a:ext cx="6296860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9767" y="4719737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только «счастливый путь»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09767" y="5077222"/>
            <a:ext cx="594404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Рассматриваются ситуации, которые могут нарушить логику, а не только основной успешный сценарий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1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Раннее создание тестовых сценариев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71254"/>
            <a:ext cx="6223440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Подготовку проверок можно начинать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 завершения разработки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функции. Если требования достаточно понятны, тестировщик уже способен определить, какие условия необходимо будет проверить.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Само проектирование тестов становится способом анализа будущего продукта: часто обнаруживается, что понятно, как работает функция при успехе, но неясно ожидаемое поведение при ошибке.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422" y="1773932"/>
            <a:ext cx="4184049" cy="41841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660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Раннее тестирование и сокращение переделок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10384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1x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7031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Исправление на этапе требований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7899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Достаточно скорректировать само правило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2910384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↑↑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377031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Исправление после реализации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4178995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Затрагивает код, тесты, документацию и связанные компоненты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99645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Переделка появляется, когда команда возвращается к уже выполненной работе из-за поздно обнаруженной проблемы. Раннее тестирование уменьшает не только количество дефектов, но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объём бесполезной работы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75470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Раннее тестирование не означает проверять всё сразу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2501801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33360" y="2739727"/>
            <a:ext cx="3087908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2853432"/>
            <a:ext cx="30879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Есть требование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33360" y="3162201"/>
            <a:ext cx="308790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Проверяется его смысл и однозначность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42213" y="2501801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42213" y="2739727"/>
            <a:ext cx="3088007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8"/>
          <p:cNvSpPr/>
          <p:nvPr/>
        </p:nvSpPr>
        <p:spPr>
          <a:xfrm>
            <a:off x="8442213" y="2853432"/>
            <a:ext cx="30880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Есть проектное решение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42213" y="3162201"/>
            <a:ext cx="30880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Анализируется его согласованность с требованиями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33360" y="3831927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33360" y="4069854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2"/>
          <p:cNvSpPr/>
          <p:nvPr/>
        </p:nvSpPr>
        <p:spPr>
          <a:xfrm>
            <a:off x="5233360" y="4183559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Есть реализация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233360" y="4492327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Становятся доступны непосредственные проверки поведения программы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233360" y="4959449"/>
            <a:ext cx="6296860" cy="523081"/>
          </a:xfrm>
          <a:prstGeom prst="roundRect">
            <a:avLst>
              <a:gd name="adj" fmla="val 12142"/>
            </a:avLst>
          </a:prstGeom>
          <a:solidFill>
            <a:srgbClr val="D5F6F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566" y="5131891"/>
            <a:ext cx="189007" cy="15120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24779" y="5118199"/>
            <a:ext cx="62638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Раннее тестирование означает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своевременность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спешку.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689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третьего принципа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2165846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231628"/>
            <a:ext cx="691130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не должен ждать сообщения «разработка завершена», чтобы впервые познакомиться с задачей. Чем раньше он понимает назначение функции, тем больше возможностей обнаружить проблему до того, как она станет частью готового продукта.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894438" y="3697387"/>
            <a:ext cx="664203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Главный вывод: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время обнаружения проблемы влияет на её последствия. Если дефект можно выявить раньше — его следует выявлять раньше.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25165" y="3543895"/>
            <a:ext cx="25399" cy="1147266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4625165" y="4883051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уменьшает объём переделок, ускоряет получение корректного результата и делает процесс разработки </a:t>
            </a:r>
            <a:r>
              <a:rPr lang="en-US" sz="140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экономически эффективнее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568</Words>
  <Application>Microsoft Office PowerPoint</Application>
  <PresentationFormat>Широкоэкранный</PresentationFormat>
  <Paragraphs>71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Montserrat Bold</vt:lpstr>
      <vt:lpstr>Montserrat Light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2026-09-24T16:14:49Z</dcterms:created>
  <dcterms:modified xsi:type="dcterms:W3CDTF">2026-09-24T16:28:14Z</dcterms:modified>
</cp:coreProperties>
</file>