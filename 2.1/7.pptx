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6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876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принципа зависимости от контекста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43089"/>
            <a:ext cx="6296860" cy="202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Универсального способа тестировать любое ПО не существует. Подход, который работает для одного продукта, может быть неэффективным или дорогим для другого.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проверкой нужно понять три вещи: с какой системой вы работаете, кто её использует и какие последствия возникнут при ошибке. Именно это и называется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контекстом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56618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Назначение продукта определяет характер проверки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117674" y="3067546"/>
            <a:ext cx="3183850" cy="2433836"/>
          </a:xfrm>
          <a:prstGeom prst="roundRect">
            <a:avLst>
              <a:gd name="adj" fmla="val 4753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5278305" y="3204071"/>
            <a:ext cx="2862588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Развлекательное приложение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78305" y="3842643"/>
            <a:ext cx="28625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Временный сбой в мобильной игре неприятен, но некритичен. Пользователь перезапустит приложение и продолжит.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84092" y="3204071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Финансовая система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84092" y="3591620"/>
            <a:ext cx="2952478" cy="178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в обработке платежа — это потеря реальных денег. Глубина проверки здесь принципиально иная.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серьёзнее последствия неправильной работы системы, тем тщательнее должна быть проверка.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727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Пользователи являются частью контекста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46598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419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Профессиональная система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50642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Обученные сотрудники работают с ней ежедневно. Сложные операции и специальная терминология здесь допустимы и ожидаемы.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946598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3141960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Публичный сервис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550642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Любой человек без подготовки должен разобраться самостоятельно. Интерфейс обязан быть интуитивно понятным.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86588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проверяет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реального пользователя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идеального человека, который всегда действует правильно.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52389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Цена ошибки меняет глубину тестирования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02269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ошибка требует просто обновить страницу — последствия ограничены. Если ошибка изменяет финансовые данные или блокирует доступ к системе — требуется строгий контроль.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14258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43567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5987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Объём тестирования определяется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риском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размером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58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Техническая среда задаёт контекст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84537"/>
            <a:ext cx="5339820" cy="2040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98948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Корпоративное приложение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107630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Стандартизированные компьютеры, ограниченный набор конфигураций. Достаточно проверить несколько предсказуемых сред.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484537"/>
            <a:ext cx="5339919" cy="20400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698948"/>
            <a:ext cx="48095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Веб-приложение для массовой аудитории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402905"/>
            <a:ext cx="48095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Разные устройства, браузеры, сетевые условия. Матрица совместимости здесь принципиально шире.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475" y="473719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Нет смысла одинаково проверять совместимость узкоспециализированного и массового сервиса — это разные задачи с разными приоритетами.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36688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зависит от стадии развития продукта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882602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Молодой продукт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3301405"/>
            <a:ext cx="2940969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Функциональность часто меняется. Здесь важна быстрая обратная связь о критичных проблемах, а не исчерпывающее покрытие.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716" y="2882602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Зрелая система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23716" y="3301405"/>
            <a:ext cx="2940969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небольшие изменения требуют осторожности. Пользователи привыкли к стабильному поведению, и любое отклонение заметно.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4904184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 к тестированию должен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меняться вместе с продуктом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оставаться неизменным с первого дня.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015"/>
            <a:ext cx="1147833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Сроки проекта влияют на подход к проверке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28" y="1263948"/>
            <a:ext cx="10325239" cy="4273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7536" y="2449874"/>
            <a:ext cx="1668507" cy="572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Короткие сроки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77536" y="3103558"/>
            <a:ext cx="1668507" cy="1115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Фокус на критичных сценариях и недавних изменениях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336941" y="2449874"/>
            <a:ext cx="1668507" cy="572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Больше времени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336941" y="3103558"/>
            <a:ext cx="1668507" cy="892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Глубокое исследование каждой функции и покрытие деталей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572928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Ограниченные сроки не означают худшее тестирование — это означает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другой подход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сосредоточиться на наиболее значимых сценариях и изменениях, а не пытаться охватить всё подряд.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126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Разные типы систем требуют разных акцентов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0058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3100586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Интернет-магазин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509268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Корректность операций с корзиной, заказами и оплатой. Ошибка здесь напрямую влияет на выручку.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10058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3100586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Мобильная игра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509268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Стабильность игрового процесса и поведение механик. Пользователь не прощает зависаний и нечестных правил.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10058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3100586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Корпоративная система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804543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Разграничение прав доступа и сохранность данных. Утечка информации — это репутационный и юридический риск.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52389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меняется после изменений системы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269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стало доступно внешним клиентам — условия эксплуатации изменились, и нужна новая стратегия. Система начала принимать платежи — цена ошибки выросла, старый подход уже недостаточен.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14258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435673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35987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Тестовая стратегия должна реагировать на изменение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контекста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только на изменение кода.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10866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для тестировщика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419747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673648"/>
            <a:ext cx="3080169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2792016"/>
            <a:ext cx="308016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Начните с вопросов о продукте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33360" y="3375918"/>
            <a:ext cx="308016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берите готовый шаблон. Сначала разберитесь, что это за система и для кого она создана.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50051" y="2419747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50051" y="2673648"/>
            <a:ext cx="3080169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8450051" y="2792016"/>
            <a:ext cx="308016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Поймите контекст полностью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50051" y="3375918"/>
            <a:ext cx="308016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Назначение, условия эксплуатации, аудитория и последствия ошибок — всё это формирует вашу стратегию.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233360" y="4346079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4599980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4718348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Оценивайте качество по соответствию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233360" y="5051227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Хорошее тестирование — это не формальное повторение привычных действий, а точное попадание в контекст продукта.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Широкоэкранный</PresentationFormat>
  <Paragraphs>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Montserrat Bold</vt:lpstr>
      <vt:lpstr>Montserrat Light</vt:lpstr>
      <vt:lpstr>Open Sans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2026-09-24T16:54:06Z</dcterms:created>
  <dcterms:modified xsi:type="dcterms:W3CDTF">2026-09-24T16:58:59Z</dcterms:modified>
</cp:coreProperties>
</file>