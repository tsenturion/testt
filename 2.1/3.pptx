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01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4766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Исчерпывающее тестирование невозможно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0030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Второй принцип тестирования: проверить абсолютно всё — нереализуемо. Профессионал выбирает проверки, которые дают максимум информации при ограниченных ресурсах.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8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комбинаций так много?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73673"/>
            <a:ext cx="5996830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Простая форма регистрации с четырьмя полями уже порождает огромное число сочетаний: корректное имя с неправильной почтой, короткий пароль с несовпадающим подтверждением...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реальном приложении добавляются версия браузера, операционная система, права доступа. Число сценариев растёт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экспоненциально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812" y="1660624"/>
            <a:ext cx="4410659" cy="44107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Все входные данные проверить нельзя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024882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поле принимает строку до 100 символов, теоретически существуют миллиарды допустимых комбинаций букв, цифр и символов.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выбирает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характерные данные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которые проверяют разные типы поведения системы. Техники тест-дизайна помогают сократить количество проверок без потери важных вариантов.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3478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Последовательности действий бесконечны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1999555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Добавить товар → изменить количество → удалить другой товар → вернуться в каталог → снова открыть корзину. Другой пользователь выполнит те же действия в совершенно другом порядке.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697" y="3421856"/>
            <a:ext cx="4888187" cy="29012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39957" y="5533109"/>
            <a:ext cx="1215104" cy="46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Рискованные цепочки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808595" y="5533109"/>
            <a:ext cx="1215103" cy="46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Критичные пути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252263" y="5533109"/>
            <a:ext cx="1215104" cy="46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Вероятные сценарии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8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Состояние системы умножает сценарии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73673"/>
            <a:ext cx="5996830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Одна и та же кнопка ведёт себя по-разному в зависимости от контекста. Кнопка отмены заказа работает иначе для нового заказа и совсем иначе — после оплаты.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Учитывать исходное состояние системы при проектировании тестов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необходимо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Проверить каждое возможное состояние —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невозможно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812" y="1660624"/>
            <a:ext cx="4410659" cy="4410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30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Время и ресурсы всегда ограничены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057797"/>
            <a:ext cx="3053877" cy="2311499"/>
          </a:xfrm>
          <a:prstGeom prst="roundRect">
            <a:avLst>
              <a:gd name="adj" fmla="val 34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253159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Время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661841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Дедлайн не двигается. Команда должна получить информацию о качестве к определённому сроку.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057797"/>
            <a:ext cx="3053976" cy="2311499"/>
          </a:xfrm>
          <a:prstGeom prst="roundRect">
            <a:avLst>
              <a:gd name="adj" fmla="val 34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253159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Бюджет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2661841"/>
            <a:ext cx="26632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час тестирования стоит денег. Глубокая проверка малозначимой функции — это потеря ресурсов.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558308"/>
            <a:ext cx="6296860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7536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Приоритет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162352"/>
            <a:ext cx="59061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Второй принцип напрямую связан с приоритизацией: ограниченные проверки должны давать максимальную пользу.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Риск определяет глубину проверки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873673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 в механизме оплаты требует значительно большего внимания, чем проблема в редко используемой настройке интерфейса.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спрашивает себя: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где ошибка наиболее вероятна?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И: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каковы последствия, если она случится?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Ответы на эти вопросы направляют усилия туда, где потенциальная проблема представляет наибольшую угрозу.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400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сокращают тесты без потери смысла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36303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Невозможность исчерпывающего тестирования не означает случайный выбор. Существуют системные техники.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08287"/>
            <a:ext cx="5349047" cy="21625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1312" y="2131516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66356" y="2742902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Классы эквивалентности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66356" y="3125688"/>
            <a:ext cx="493928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несколько значений обрабатываются одинаково — достаточно проверить одного представителя группы.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074" y="2008287"/>
            <a:ext cx="5349146" cy="21625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21011" y="2131516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385956" y="2742902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Граничные значения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385956" y="3125688"/>
            <a:ext cx="49393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Ошибки чаще всего прячутся на границах допустимых диапазонов, а не в середине.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341416"/>
            <a:ext cx="5349047" cy="18824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01312" y="4464645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866356" y="5076031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Попарное тестирование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866356" y="5458817"/>
            <a:ext cx="49392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каждую пару параметров хотя бы один раз — это резко сокращает число тестов.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074" y="4341416"/>
            <a:ext cx="5349146" cy="188247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21011" y="4464645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6385956" y="5076031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Таблицы решений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6385956" y="5458817"/>
            <a:ext cx="49393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Структурируем условия и действия, чтобы не пропустить важные комбинации.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87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глубину тестирования нужно увеличивать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69047"/>
            <a:ext cx="6563355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Чем выше цена ошибки — тем больше ресурсов имеет смысл направлять на проверку. Финансовые операции, безопасность, обработка важных данных требуют значительно более глубокого исследования, чем информационное приложение.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Даже очень глубокое тестирование остаётся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выборочным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Это не слабость — это осознанный профессиональный выбор.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336" y="2239268"/>
            <a:ext cx="3844134" cy="38442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38274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значение для тестировщика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502633" y="2208411"/>
            <a:ext cx="602758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Цель — не проверить всё, а выбрать наиболее полезные проверки и получить достаточную информацию о качестве продукта.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2016522"/>
            <a:ext cx="25399" cy="943967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1" y="3126978"/>
            <a:ext cx="3067172" cy="15539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63641" y="3152378"/>
            <a:ext cx="281149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Понимай критичность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5463641" y="3535164"/>
            <a:ext cx="281149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началом работы определи, какие функции важнее всего для пользователя и бизнеса.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2949" y="3126978"/>
            <a:ext cx="3067271" cy="15539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18630" y="3152378"/>
            <a:ext cx="281159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Ищи сложные условия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718630" y="3535164"/>
            <a:ext cx="281159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Там, где пересекаются несколько условий, риск ошибки выше — уделяй этим местам больше внимания.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7961" y="4971256"/>
            <a:ext cx="6322259" cy="12738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63641" y="4996656"/>
            <a:ext cx="606657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Оценивай изменения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5463641" y="5379442"/>
            <a:ext cx="606657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Новый код несёт повышенный риск. Качество работы тестировщика определяется тем, насколько правильно он решил, </a:t>
            </a:r>
            <a:r>
              <a:rPr lang="en-US" sz="140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именно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необходимо проверить.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538</Words>
  <Application>Microsoft Office PowerPoint</Application>
  <PresentationFormat>Широкоэкранный</PresentationFormat>
  <Paragraphs>61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Montserrat Bold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2026-09-24T16:02:36Z</dcterms:created>
  <dcterms:modified xsi:type="dcterms:W3CDTF">2026-09-24T16:16:17Z</dcterms:modified>
</cp:coreProperties>
</file>