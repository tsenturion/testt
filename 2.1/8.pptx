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16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99120"/>
            <a:ext cx="4439730" cy="6659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712317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Смысл принципа «заблуждение об отсутствии ошибок»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138113" y="2678112"/>
            <a:ext cx="3177599" cy="2467570"/>
          </a:xfrm>
          <a:prstGeom prst="roundRect">
            <a:avLst>
              <a:gd name="adj" fmla="val 3861"/>
            </a:avLst>
          </a:prstGeom>
          <a:solidFill>
            <a:srgbClr val="27B29F"/>
          </a:solidFill>
          <a:ln/>
        </p:spPr>
      </p:sp>
      <p:sp>
        <p:nvSpPr>
          <p:cNvPr id="6" name="Text 3"/>
          <p:cNvSpPr/>
          <p:nvPr/>
        </p:nvSpPr>
        <p:spPr>
          <a:xfrm>
            <a:off x="5270368" y="2770684"/>
            <a:ext cx="291308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Ключевая мысль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70368" y="3069927"/>
            <a:ext cx="2913089" cy="98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Программа работает стабильно — кнопки нажимаются, данные сохраняются, тесты проходят.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 при этом она может </a:t>
            </a:r>
            <a:r>
              <a:rPr lang="en-US" sz="10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решать реальную задачу пользователя.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49466" y="2770684"/>
            <a:ext cx="2987104" cy="228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Отсутствие дефектов ≠ качественный продукт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849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Техническая корректность и полезность — не одно и то же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67819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874169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06318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Техническая корректность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471863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выполняет заложенные в неё правила без ошибок.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874169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325385"/>
                </a:lnTo>
                <a:arcTo wR="66156" hR="66158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874169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306318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Полезность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471863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Эти правила действительно нужны пользователю и помогают достичь результата.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484688"/>
            <a:ext cx="10868745" cy="1064716"/>
          </a:xfrm>
          <a:prstGeom prst="roundRect">
            <a:avLst>
              <a:gd name="adj" fmla="val 7456"/>
            </a:avLst>
          </a:prstGeom>
          <a:solidFill>
            <a:srgbClr val="D5F6F1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752380"/>
            <a:ext cx="236234" cy="1890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5723" y="4720927"/>
            <a:ext cx="10065490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Пример: отчёт формируется без ошибок, но содержит не те данные, которые нужны пользователю на практике.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3497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Правильно реализованное неправильное требование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2280444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может идеально выполнить требование, которое само по себе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ошибочно или устаревшее.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796877"/>
            <a:ext cx="6296860" cy="1003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0289" y="2957612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Ситуация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70289" y="3242766"/>
            <a:ext cx="589920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автоматически закрывает обращение через сутки — как указано в документации.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906639"/>
            <a:ext cx="6296860" cy="8050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0289" y="4067373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Реальность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470289" y="4352528"/>
            <a:ext cx="589920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Обращение должно оставаться открытым до ответа специалиста.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817963"/>
            <a:ext cx="6296860" cy="8050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0289" y="4978698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Вывод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470289" y="5263852"/>
            <a:ext cx="589920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не должен ограничиваться механической проверкой документации.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5295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продукта должна учитывать цель пользователя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484934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221210"/>
            <a:ext cx="691944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Пользователь открывает приложение не ради нажатия кнопки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617029" y="2905720"/>
            <a:ext cx="752902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Он хочет решить конкретную задачу.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17029" y="3378994"/>
            <a:ext cx="6919442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617029" y="3612753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 из практики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617029" y="4031555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оформлении заказа каждый экран работает технически правильно. Но если весь процесс невозможно завершить из-за неудобной логики — продукт не выполняет свою функцию.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17029" y="5021957"/>
            <a:ext cx="6919442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17029" y="5255716"/>
            <a:ext cx="2002184" cy="258465"/>
          </a:xfrm>
          <a:prstGeom prst="roundRect">
            <a:avLst>
              <a:gd name="adj" fmla="val 22115"/>
            </a:avLst>
          </a:prstGeom>
          <a:solidFill>
            <a:srgbClr val="D5F6F1"/>
          </a:solidFill>
          <a:ln/>
        </p:spPr>
      </p:sp>
      <p:sp>
        <p:nvSpPr>
          <p:cNvPr id="11" name="Text 8"/>
          <p:cNvSpPr/>
          <p:nvPr/>
        </p:nvSpPr>
        <p:spPr>
          <a:xfrm>
            <a:off x="4719023" y="5306715"/>
            <a:ext cx="240778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ПРАВИЛО ТЕСТИРОВЩИКА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17029" y="5686425"/>
            <a:ext cx="752902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Проверяй конечный результат сценария, а не только отдельные операции.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071"/>
            <a:ext cx="10868745" cy="1034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тысячи успешных тестов не гарантируют успех продукта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51930"/>
            <a:ext cx="2543707" cy="1637010"/>
          </a:xfrm>
          <a:prstGeom prst="roundRect">
            <a:avLst>
              <a:gd name="adj" fmla="val 424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317" y="2123777"/>
            <a:ext cx="2200022" cy="775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Тесты проверяют то, что в них заложено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0137" y="1951930"/>
            <a:ext cx="2543806" cy="1637010"/>
          </a:xfrm>
          <a:prstGeom prst="roundRect">
            <a:avLst>
              <a:gd name="adj" fmla="val 424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1979" y="2123777"/>
            <a:ext cx="2200121" cy="1293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Неверные предположения → стабильно неверное поведение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3733899"/>
            <a:ext cx="5232468" cy="861020"/>
          </a:xfrm>
          <a:prstGeom prst="roundRect">
            <a:avLst>
              <a:gd name="adj" fmla="val 807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3317" y="3905746"/>
            <a:ext cx="4888782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Зелёные результаты ≠ понимание назначения продукта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102" y="1951930"/>
            <a:ext cx="4970834" cy="35788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4102" y="5693767"/>
            <a:ext cx="5232468" cy="496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92% тестов зелёные — но сценарии основаны на неверных предположениях.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93217"/>
            <a:ext cx="6296860" cy="1417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Соответствие требованиям ещё не всегда означает качество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5233360" y="2892028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90013" y="292035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694518" y="2943920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Соответствие документу — важный показатель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94518" y="3252688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Полное соответствие формальным требованиям подтверждает качество реализации.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3360" y="3929955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90013" y="395828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694518" y="3981847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 документ может быть неполным или устаревшим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694518" y="4290616"/>
            <a:ext cx="583570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сами требования неверны — соответствия им недостаточно.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3360" y="4750197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0013" y="477852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694518" y="4802088"/>
            <a:ext cx="5835702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Нужно понимать: описывает ли документ нужный продукт?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694518" y="5347097"/>
            <a:ext cx="583570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нельзя сводить только к фразе «сделано согласно документу».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6645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 с системой сопровождения пользователей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196009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работает технически </a:t>
            </a: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614811"/>
            <a:ext cx="6919442" cy="8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поля формы корректны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Заявка сохраняется в системе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отображаются сотруднику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712369"/>
            <a:ext cx="6919442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946128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не работает для пользователя </a:t>
            </a:r>
            <a:r>
              <a:rPr lang="en-US" sz="1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4364930"/>
            <a:ext cx="6919442" cy="8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 не знает, какую категорию выбрать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запрещает отправку без точной категории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Основное действие — обращение за помощью — заблокировано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93" y="2081709"/>
            <a:ext cx="3180774" cy="31808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475" y="5607050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5825232"/>
            <a:ext cx="212620" cy="1700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4209" y="5802610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Технически исправная форма становится препятствием для пользователя.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598"/>
            <a:ext cx="10868745" cy="999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 продукта может существовать выше уровня кода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28" y="1803698"/>
            <a:ext cx="10325239" cy="366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7475" y="2659884"/>
            <a:ext cx="2314470" cy="571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Бизнес-логика неверна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77475" y="3312114"/>
            <a:ext cx="2314470" cy="63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Правила не соответствуют реальному процессу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96479" y="3710082"/>
            <a:ext cx="2284017" cy="28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Код корректен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96479" y="4076802"/>
            <a:ext cx="2517493" cy="421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Нет багов, исполнение без ошибок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5615980"/>
            <a:ext cx="1086874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алгоритм автоматического распределения заявок работает точно по правилам и без технических дефектов — но эти правила не соответствуют реальной организации работы сотрудников. Система работает как создана, но сам способ работы оказывается неправильным.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186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должен делать тестировщик при такой проблеме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81188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62624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Зафиксировать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4034929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Функция работает технически, но результат противоречит смыслу процесса.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681188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62624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Показать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4034929"/>
            <a:ext cx="324486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Продемонстрировать: пользователь не может завершить ключевой сценарий, хотя каждая операция выполняется без ошибок.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681188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62624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Передать команде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4034929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определит источник проблемы и решит — менять требование или переработать сценарий.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648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Итог семи принципов тестирования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879302"/>
            <a:ext cx="340213" cy="3402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64862" y="1937742"/>
            <a:ext cx="5765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обнаруживает проблемы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764862" y="2295227"/>
            <a:ext cx="576535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 не превращает ПО в качественный продукт автоматически.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859980"/>
            <a:ext cx="340213" cy="3402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64862" y="2918420"/>
            <a:ext cx="5765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 — не только цифры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764862" y="3275905"/>
            <a:ext cx="576535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Нельзя оценивать работу только количеством найденных дефектов или успешных тестов.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099223"/>
            <a:ext cx="340213" cy="3402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64862" y="4157662"/>
            <a:ext cx="5765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Понимать смысл функции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764862" y="4515148"/>
            <a:ext cx="576535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Видеть связь между техническим поведением и реальной потребностью пользователя.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338465"/>
            <a:ext cx="340213" cy="3402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64862" y="5396905"/>
            <a:ext cx="576535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Семь принципов — единая система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5764862" y="5754390"/>
            <a:ext cx="576535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Они формируют целостное мышление о тестировании, а не набор отдельных правил.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Office PowerPoint</Application>
  <PresentationFormat>Широкоэкранный</PresentationFormat>
  <Paragraphs>83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Montserrat Bold</vt:lpstr>
      <vt:lpstr>Open Sans</vt:lpstr>
      <vt:lpstr>Noto Color Emoji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2026-09-24T17:13:05Z</dcterms:created>
  <dcterms:modified xsi:type="dcterms:W3CDTF">2026-09-24T17:13:52Z</dcterms:modified>
</cp:coreProperties>
</file>