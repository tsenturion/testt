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Montserrat Bold" panose="020B0604020202020204" charset="-52"/>
      <p:regular r:id="rId13"/>
    </p:embeddedFont>
    <p:embeddedFont>
      <p:font typeface="Open Sans" panose="020B0606030504020204" pitchFamily="34" charset="0"/>
      <p:regular r:id="rId14"/>
    </p:embeddedFont>
    <p:embeddedFont>
      <p:font typeface="Open Sans Bold" panose="020B0806030504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2974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380629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Смысл принципа скопления дефектов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2845395"/>
            <a:ext cx="6296860" cy="2631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Дефекты в системе распределяются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неравномерно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Небольшая часть компонентов содержит значительно больше проблем, чем остальные — один модуль работает стабильно месяцами, другой постоянно становится источником ошибок.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Причины разные: сложность логики, частота изменений, количество зависимостей. Для тестировщика история найденных дефектов — это </a:t>
            </a:r>
            <a:r>
              <a:rPr lang="en-US" sz="1450" dirty="0">
                <a:solidFill>
                  <a:srgbClr val="27B29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дополнительный источник информации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для планирования проверок.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31837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Почему дефекты концентрируются в отдельных компонентах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409230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936379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Сложность порождает риск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633201" y="3420666"/>
            <a:ext cx="6903269" cy="1984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Простой экран со статической информацией имеет мало вариантов поведения. Модуль расчёта стоимости заказа учитывает количество товара, скидку, тип пользователя, способ доставки и регион.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Чем больше взаимосвязей и условий — тем выше риск неправильной реализации. Количество потенциальных точек отказа растёт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экспоненциально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67928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Часто изменяемые участки как источник дефектов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2793405"/>
            <a:ext cx="2917851" cy="3326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Каждое изменение кода создаёт риск нарушения существующего поведения. Если правила оформления заказа регулярно меняются — добавляется скидка, меняется расчёт доставки, появляется новый тип клиента — в одной области накапливается множество взаимосвязанных условий.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8482594" y="2623344"/>
            <a:ext cx="3190101" cy="3666728"/>
          </a:xfrm>
          <a:prstGeom prst="roundRect">
            <a:avLst>
              <a:gd name="adj" fmla="val 4266"/>
            </a:avLst>
          </a:prstGeom>
          <a:solidFill>
            <a:srgbClr val="27B29F"/>
          </a:solidFill>
          <a:ln/>
        </p:spPr>
      </p:sp>
      <p:sp>
        <p:nvSpPr>
          <p:cNvPr id="7" name="Text 4"/>
          <p:cNvSpPr/>
          <p:nvPr/>
        </p:nvSpPr>
        <p:spPr>
          <a:xfrm>
            <a:off x="8671601" y="2812355"/>
            <a:ext cx="281208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Сигнал для тестировщика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671601" y="3591917"/>
            <a:ext cx="2812087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Постоянно дорабатываемый компонент нельзя считать стабильным только потому, что предыдущая версия была проверена.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9741"/>
            <a:ext cx="10868745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Связь скопления дефектов со сложностью бизнес-логики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3003252"/>
            <a:ext cx="524993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Система принимает решения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3360440"/>
            <a:ext cx="5249930" cy="1632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spcAft>
                <a:spcPts val="85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Концентрация ошибок особенно высока там, где система обрабатывает множество условий и правил одновременно. Система кредитования рассматривает заявку по-разному в зависимости от параметров клиента, продукта, суммы, срока и ограничений.</a:t>
            </a:r>
            <a:endParaRPr lang="en-US" sz="11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Ошибка в одном условии может проявиться только при </a:t>
            </a:r>
            <a:r>
              <a:rPr lang="en-US" sz="11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определённом сочетании данных</a:t>
            </a: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Такие области требуют глубокого анализа даже при работающем базовом сценарии.</a:t>
            </a:r>
            <a:endParaRPr lang="en-US" sz="11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1594" y="1892102"/>
            <a:ext cx="4199924" cy="42000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0650" y="106263"/>
            <a:ext cx="4430205" cy="66454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08608"/>
            <a:ext cx="6296860" cy="1329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Зависимости между компонентами и концентрация ошибок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661475" y="2097088"/>
            <a:ext cx="6296860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Компонент становится проблемным не только из-за собственной реализации, но и из-за зависимостей от других частей системы. Модуль оформления заказа зависит от каталога, информации о пользователе, расчёта стоимости и состояния склада.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61475" y="2811959"/>
            <a:ext cx="6296860" cy="779661"/>
          </a:xfrm>
          <a:prstGeom prst="roundRect">
            <a:avLst>
              <a:gd name="adj" fmla="val 7637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9506" y="2959993"/>
            <a:ext cx="60007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Каталог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09506" y="3245148"/>
            <a:ext cx="60007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Данные о товарах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61475" y="3697883"/>
            <a:ext cx="6296860" cy="779661"/>
          </a:xfrm>
          <a:prstGeom prst="roundRect">
            <a:avLst>
              <a:gd name="adj" fmla="val 7637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9506" y="3845917"/>
            <a:ext cx="60007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Пользователь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09506" y="4131072"/>
            <a:ext cx="60007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Тип и параметры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61475" y="4583807"/>
            <a:ext cx="6296860" cy="779661"/>
          </a:xfrm>
          <a:prstGeom prst="roundRect">
            <a:avLst>
              <a:gd name="adj" fmla="val 7637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9506" y="4731841"/>
            <a:ext cx="60007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Расчёт стоимости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09506" y="5016996"/>
            <a:ext cx="60007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Скидки и доставка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61475" y="5469731"/>
            <a:ext cx="6296860" cy="779661"/>
          </a:xfrm>
          <a:prstGeom prst="roundRect">
            <a:avLst>
              <a:gd name="adj" fmla="val 7637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9506" y="5617766"/>
            <a:ext cx="60007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Склад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809506" y="5902920"/>
            <a:ext cx="60007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Наличие товара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31837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История дефектов как источник информации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409230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785170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Данные вместо предположений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633201" y="3269456"/>
            <a:ext cx="6903269" cy="2286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Учёт найденных проблем создаёт статистику, показывающую, какие области наиболее нестабильны. Если за несколько релизов большинство серьёзных ошибок было связано с обработкой платежей — это явный сигнал для повышенного внимания.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История дефектов позволяет принимать решения на основе </a:t>
            </a:r>
            <a:r>
              <a:rPr lang="en-US" sz="1450" dirty="0">
                <a:solidFill>
                  <a:srgbClr val="27B29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реальных данных о поведении продукта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а не интуиции. Это делает планирование проверок точнее и обоснованнее.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0195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Почему нельзя тестировать все модули одинаково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8389" y="1324570"/>
            <a:ext cx="8694917" cy="43518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87553" y="3317532"/>
            <a:ext cx="1632983" cy="244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Низкий риск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037096" y="5305879"/>
            <a:ext cx="2121303" cy="244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Низкая надёжность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762473" y="3317532"/>
            <a:ext cx="1632983" cy="244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Высокий риск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958514" y="1503182"/>
            <a:ext cx="2268695" cy="244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Высокая надёжность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184910" y="4270310"/>
            <a:ext cx="1676413" cy="527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Низкий приоритет — стабильно проверенные модули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86721" y="4278996"/>
            <a:ext cx="1676413" cy="527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Высокий приоритет — сложные и критичные модули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86721" y="2672032"/>
            <a:ext cx="1676413" cy="527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Приоритизированное тестирование — фокус на рисках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132794" y="2584083"/>
            <a:ext cx="1676413" cy="703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Равномерное тестирование — одинаковое внимание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61475" y="5812433"/>
            <a:ext cx="10868745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Стабильный справочный раздел и сложный модуль расчётов не должны получать одинаковое внимание только потому, что оба входят в один продукт. Тестировщик направляет ресурсы туда, где вероятность и последствия ошибок выше.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501" y="134541"/>
            <a:ext cx="4392503" cy="65889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829072"/>
            <a:ext cx="6296860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Скопление дефектов после исправлений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661475" y="2360811"/>
            <a:ext cx="2929360" cy="35146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Проблемная область может оставаться источником новых ошибок даже после исправления известных дефектов. Каждое исправление изменяет код и иногда затрагивает связанную логику.</a:t>
            </a:r>
            <a:endParaRPr lang="en-US" sz="1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Разработчик исправил расчёт скидки для одного типа пользователя — но появилась проблема при сочетании этой скидки с другим условием.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905946" y="2207320"/>
            <a:ext cx="3188116" cy="3821609"/>
          </a:xfrm>
          <a:prstGeom prst="roundRect">
            <a:avLst>
              <a:gd name="adj" fmla="val 4055"/>
            </a:avLst>
          </a:prstGeom>
          <a:solidFill>
            <a:srgbClr val="27B29F"/>
          </a:solidFill>
          <a:ln/>
        </p:spPr>
      </p:sp>
      <p:sp>
        <p:nvSpPr>
          <p:cNvPr id="7" name="Text 4"/>
          <p:cNvSpPr/>
          <p:nvPr/>
        </p:nvSpPr>
        <p:spPr>
          <a:xfrm>
            <a:off x="4085428" y="2377877"/>
            <a:ext cx="2829152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это значит на практике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4085428" y="3109416"/>
            <a:ext cx="2829152" cy="1680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Большое количество предыдущих дефектов — сигнал для повторной проверки исправлений и более широкого исследования соседней функциональности.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69380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Почему принцип нельзя превращать в абсолютное правило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628702"/>
            <a:ext cx="3496877" cy="26448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2843113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Риск узкого фокуса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77479" y="3251795"/>
            <a:ext cx="2966467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сосредоточиться исключительно на местах, где ошибки находились раньше, можно пропустить дефекты в других частях системы.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7359" y="2628702"/>
            <a:ext cx="3496877" cy="264487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3363" y="2843113"/>
            <a:ext cx="29664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Новая функция — новый риск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663363" y="3547070"/>
            <a:ext cx="2966467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Компонент, который раньше работал стабильно, может впервые стать источником серьёзной проблемы после изменений.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3244" y="2628702"/>
            <a:ext cx="3496877" cy="264487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49247" y="2843113"/>
            <a:ext cx="29664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Скрытые старые дефекты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349247" y="3547070"/>
            <a:ext cx="2966467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Малоизменяемый модуль может содержать дефект, который долго не проявлялся в обычных сценариях.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661475" y="5486202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Принцип помогает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расставлять приоритеты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но не заменяет общий анализ продукта.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01675"/>
            <a:ext cx="10868745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Практическое значение принципа для тестировщика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292" y="2715022"/>
            <a:ext cx="2806134" cy="28062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59830" y="2250480"/>
            <a:ext cx="747664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Как применять на практике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4059830" y="2701528"/>
            <a:ext cx="7476640" cy="2114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компонент регулярно становится источником дефектов, при следующем изменении нужно планировать более глубокую проверку. Важно анализировать </a:t>
            </a:r>
            <a:r>
              <a:rPr lang="en-US" sz="1400" dirty="0">
                <a:solidFill>
                  <a:srgbClr val="27B29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причину концентрации ошибок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сложная логика, большое количество интеграций или постоянные изменения.</a:t>
            </a:r>
            <a:endParaRPr lang="en-US" sz="1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Понимание причины помогает выбрать подходящие сценарии. Опыт предыдущих проверок — это практический источник информации для определения областей, требующих повышенного внимания.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059830" y="5007570"/>
            <a:ext cx="7476640" cy="956866"/>
          </a:xfrm>
          <a:prstGeom prst="roundRect">
            <a:avLst>
              <a:gd name="adj" fmla="val 7882"/>
            </a:avLst>
          </a:prstGeom>
          <a:solidFill>
            <a:srgbClr val="D5F6F1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9313" y="5275461"/>
            <a:ext cx="224427" cy="17948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43222" y="5205909"/>
            <a:ext cx="6713766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Четвёртый принцип тестирования: используй историю дефектов как навигатор, а не как единственную карту.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674</Words>
  <Application>Microsoft Office PowerPoint</Application>
  <PresentationFormat>Широкоэкранный</PresentationFormat>
  <Paragraphs>67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Open Sans</vt:lpstr>
      <vt:lpstr>Montserrat Bold</vt:lpstr>
      <vt:lpstr>Arial</vt:lpstr>
      <vt:lpstr>Open Sans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2026-09-24T16:24:46Z</dcterms:created>
  <dcterms:modified xsi:type="dcterms:W3CDTF">2026-09-24T16:30:11Z</dcterms:modified>
</cp:coreProperties>
</file>