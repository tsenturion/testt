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1779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22942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Смысл принципа «тесты изнашиваются»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694186"/>
            <a:ext cx="6296860" cy="293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Один и тот же набор тестов нельзя использовать бесконечно как единственный способ поиска новых дефектов. Когда вы выполняете одинаковые действия с одинаковыми данными, со временем эти проверки перестают давать новую информацию о продукте.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 остаётся технически корректным, но его область исследования ограничена. Если проверка исследует один конкретный маршрут через систему, она ничего не говорит о вариантах поведения за пределами этого маршрута.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183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Почему одинаковые проверки перестают находить новые дефекты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09230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521744"/>
            <a:ext cx="690326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Представьте ежедневную проверку авторизации одним способом: открыть форму, ввести корректные данные, нажать кнопку входа. Такой тест подтверждает основной сценарий, но его информационная ценность ограничена.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3944045"/>
            <a:ext cx="6903269" cy="1341834"/>
          </a:xfrm>
          <a:prstGeom prst="roundRect">
            <a:avLst>
              <a:gd name="adj" fmla="val 5916"/>
            </a:avLst>
          </a:prstGeom>
          <a:solidFill>
            <a:srgbClr val="D5F6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237137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4161334"/>
            <a:ext cx="610001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ошибка проявляется только после смены пароля, при заблокированной учётной записи или при определённом состоянии сессии — привычный сценарий её не обнаружит.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4633201" y="5498505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Количество запусков растёт, но область исследования остаётся прежней.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75370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Привыкание тестировщика к знакомому сценарию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5233360" y="1907084"/>
            <a:ext cx="2952478" cy="2500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Изнашиваться может не только формальный набор, но и сам подход человека к проверке. Когда вы много раз работаете с одной функцией, формируется привычный способ её использования.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 начинаете действовать как опытный пользователь и перестаёте замечать варианты поведения, которые возникли бы у новичка.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84092" y="1937841"/>
            <a:ext cx="2952478" cy="12223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39971" y="2117527"/>
            <a:ext cx="251691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Другие данные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8839971" y="2505075"/>
            <a:ext cx="251691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Используйте нестандартные значения и граничные случаи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84092" y="3296741"/>
            <a:ext cx="2952478" cy="147339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39971" y="3476427"/>
            <a:ext cx="2516918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Другая последовательность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8839971" y="4114998"/>
            <a:ext cx="251691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Меняйте порядок действий в сценарии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84092" y="4906665"/>
            <a:ext cx="2952478" cy="12223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839971" y="5086350"/>
            <a:ext cx="251691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Другое состояние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8839971" y="5473898"/>
            <a:ext cx="251691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Начинайте сценарий из другого состояния системы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906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Изменение тестовых данных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882" y="1357709"/>
            <a:ext cx="9781831" cy="42910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98323" y="4426353"/>
            <a:ext cx="2117633" cy="264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Старые данные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3556412" y="4766359"/>
            <a:ext cx="2201456" cy="40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Одно имя, стандартный адрес, простой пароль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75951" y="1799246"/>
            <a:ext cx="2117633" cy="264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Новые данные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434039" y="2139253"/>
            <a:ext cx="2201456" cy="603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9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Разная длина и содержание, другие сочетания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1475" y="5820966"/>
            <a:ext cx="1086874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Сценарий может оставаться прежним, но выполнение с другими значениями обнаруживает новые проблемы. Система может успешно работать с привычной комбинацией и неправильно обрабатывать другие допустимые значения.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74985"/>
            <a:ext cx="6296860" cy="168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Изменение продукта требует изменения тестов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233360" y="2614414"/>
            <a:ext cx="6296860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Программное обеспечение постоянно развивается: добавляются новые условия, меняются правила обработки, появляются дополнительные возможности. Если тестовый набор остаётся неизменным, он перестаёт соответствовать текущему состоянию продукта.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502633" y="4398665"/>
            <a:ext cx="6027587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Когда в форму заказа добавляют новые варианты доставки и правила расчёта, старый тест может продолжать проходить — но уже не исследует значительную часть новой логики.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233360" y="4206776"/>
            <a:ext cx="25399" cy="1224062"/>
          </a:xfrm>
          <a:prstGeom prst="roundRect">
            <a:avLst>
              <a:gd name="adj" fmla="val 50001"/>
            </a:avLst>
          </a:prstGeom>
          <a:solidFill>
            <a:srgbClr val="27B29F"/>
          </a:solidFill>
          <a:ln/>
        </p:spPr>
      </p:sp>
      <p:sp>
        <p:nvSpPr>
          <p:cNvPr id="8" name="Text 5"/>
          <p:cNvSpPr/>
          <p:nvPr/>
        </p:nvSpPr>
        <p:spPr>
          <a:xfrm>
            <a:off x="5233360" y="5622727"/>
            <a:ext cx="629686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После изменений нужно определить: достаточно ли существующих тестов или требуются новые сценарии?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08435"/>
            <a:ext cx="10868745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Найденные дефекты должны влиять на тестовый набор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2977852"/>
            <a:ext cx="10868745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3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История реальных ошибок — важный источник для обновления тестов. Если дефект остался незамеченным существующим набором, нужно понять, почему это произошло.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После исправления ошибки добавьте соответствующий сценарий и определите класс похожих ситуаций, которые могли остаться незамеченными.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4356596"/>
            <a:ext cx="10868745" cy="892870"/>
          </a:xfrm>
          <a:prstGeom prst="roundRect">
            <a:avLst>
              <a:gd name="adj" fmla="val 8002"/>
            </a:avLst>
          </a:prstGeom>
          <a:solidFill>
            <a:srgbClr val="D5F6F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32" y="4574778"/>
            <a:ext cx="212620" cy="1700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14209" y="4552156"/>
            <a:ext cx="1014595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Пример: пользователи нашли проблему при повторной отправке формы после потери соединения. Если тесты всегда выполнялись при стабильной сети — эта область осталась без проверки.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44749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Изношенный тест не становится бесполезным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204071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3399433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делает старый тест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808115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Подтверждает стабильность уже известного поведения — быстро покажет, если новая версия нарушила базовую возможность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3204071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3399433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 чём его ценность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3808115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Контроль ранее работавшей функции. Проверка входа редко найдёт новый дефект, но зафиксирует регрессию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3204071"/>
            <a:ext cx="3496877" cy="2009080"/>
          </a:xfrm>
          <a:prstGeom prst="roundRect">
            <a:avLst>
              <a:gd name="adj" fmla="val 395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3399433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 чём проблема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3808115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Проблема возникает, когда вы выполняете только старые тесты и считаете этого достаточным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053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Принцип и регрессионное тестирование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17278"/>
            <a:ext cx="4297354" cy="42974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26336" y="2722463"/>
            <a:ext cx="6110135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 первый взгляд принцип изнашивания противоречит регрессионному тестированию, где повторяют уже существующие проверки. На самом деле противоречия нет — цели различаются.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Регрессионный набор нельзя воспринимать как полный инструмент поиска всех новых дефектов. Для исследования новых функций и рисков нужны дополнительные проверки.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22821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Автоматизация и изнашивание тестов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2031702"/>
            <a:ext cx="629686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Этот принцип особенно заметен при автоматизации. Автотест может выполняться сотни раз с одинаковыми действиями. Его стабильность — преимущество, но одновременно ограничение.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61475" y="2898477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1650" y="2928541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159441" y="2953643"/>
            <a:ext cx="579889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Тысяча запусков ≠ широкое покрытие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159441" y="3286522"/>
            <a:ext cx="579889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автоматический сценарий проверяет один вариант поведения, тысяча запусков — это просто тысяча подтверждений одного свойства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1475" y="4035028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1650" y="4065091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1159441" y="4090194"/>
            <a:ext cx="579889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Наборы нужно пересматривать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159441" y="4423073"/>
            <a:ext cx="579889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Автоматизированные тесты тоже обновляются при изменении требований и появлении новых дефектов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61475" y="5171579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1650" y="5201642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1159441" y="5226745"/>
            <a:ext cx="579889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Автоматизация не мыслит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1159441" y="5559623"/>
            <a:ext cx="579889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Она хорошо повторяет спроектированные проверки, но сама не создаёт новое тестовое мышление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5553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Практическое применение пятого принципа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445220"/>
            <a:ext cx="3549264" cy="1664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 практике этот принцип учит регулярно задавать вопрос: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продолжают ли существующие тесты проверять то, что действительно важно в текущей версии продукта?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Успешный набор может создать ложное ощущение стабильности, если он давно не менялся.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3262908"/>
            <a:ext cx="3549264" cy="1276747"/>
          </a:xfrm>
          <a:prstGeom prst="roundRect">
            <a:avLst>
              <a:gd name="adj" fmla="val 5285"/>
            </a:avLst>
          </a:prstGeom>
          <a:solidFill>
            <a:srgbClr val="D5F6F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06" y="3476724"/>
            <a:ext cx="200814" cy="160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3551" y="3425825"/>
            <a:ext cx="2866556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Пересматривайте проверки после новой функциональности, существенных изменений и неожиданных дефектов.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61475" y="4693245"/>
            <a:ext cx="3549264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Обновление может быть простым — изменить данные или добавить условие — или требовать совершенно новый сценарий. Главное: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тесты должны развиваться вместе с продуктом и вашим пониманием его рисков.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8588" y="2343249"/>
            <a:ext cx="5888287" cy="287823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64686" y="3333554"/>
            <a:ext cx="1592155" cy="17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Выявить устаревшие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521163" y="2674635"/>
            <a:ext cx="1372713" cy="17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Обновить данные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131734" y="4029079"/>
            <a:ext cx="1505789" cy="17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Обновить сценарии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5940464" y="4614403"/>
            <a:ext cx="1982807" cy="3431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Добавить проверки рисков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719</Words>
  <Application>Microsoft Office PowerPoint</Application>
  <PresentationFormat>Широкоэкранный</PresentationFormat>
  <Paragraphs>69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Open Sans</vt:lpstr>
      <vt:lpstr>Montserrat Bold</vt:lpstr>
      <vt:lpstr>Arial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2026-09-24T16:39:29Z</dcterms:created>
  <dcterms:modified xsi:type="dcterms:W3CDTF">2026-09-24T16:40:17Z</dcterms:modified>
</cp:coreProperties>
</file>