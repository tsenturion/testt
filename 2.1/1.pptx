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bold r:id="rId15"/>
      <p:italic r:id="rId16"/>
    </p:embeddedFont>
    <p:embeddedFont>
      <p:font typeface="Open Sans Bold" panose="020B0806030504020204" pitchFamily="34" charset="0"/>
      <p:regular r:id="rId1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37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5623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как проверка качества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92100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Систематическая проверка ПО — это не просто поиск ошибок. Мы сравниваем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фактическое поведение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системы с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ожидаемым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чтобы получить объективную информацию о качестве продукта.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040882"/>
            <a:ext cx="6296860" cy="1360785"/>
          </a:xfrm>
          <a:prstGeom prst="roundRect">
            <a:avLst>
              <a:gd name="adj" fmla="val 5834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30857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4277122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Главный результат тестирования — информация, которая помогает команде принимать решения о состоянии продукта.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18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именно мы проверяем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506637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640310"/>
            <a:ext cx="6919442" cy="913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Объектом тестирования может быть отдельная функция, модуль, интерфейс, API или вся система целиком. Выбор зависит от того, что нужно оценить.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началом важно чётко определить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границы проверки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31978"/>
            <a:ext cx="3520788" cy="12528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6779" y="5221089"/>
            <a:ext cx="306637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Функция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26779" y="5578574"/>
            <a:ext cx="306637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Форма регистрации как самостоятельный объект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5354" y="5031978"/>
            <a:ext cx="3520888" cy="12528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00658" y="5221089"/>
            <a:ext cx="30664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Компоненты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4600658" y="5578574"/>
            <a:ext cx="306647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Взаимодействие нескольких модулей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9332" y="5031978"/>
            <a:ext cx="3520888" cy="12528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74637" y="5221089"/>
            <a:ext cx="306647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Система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274637" y="5578574"/>
            <a:ext cx="306647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Полная система в целом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63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Ожидаемый и фактический результат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4501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основе любой проверки лежит сравнение двух состояний: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660055"/>
            <a:ext cx="5476043" cy="1750616"/>
          </a:xfrm>
          <a:prstGeom prst="roundRect">
            <a:avLst>
              <a:gd name="adj" fmla="val 7774"/>
            </a:avLst>
          </a:prstGeom>
          <a:solidFill>
            <a:srgbClr val="27B29F"/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284906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Ожидаемый результат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333353"/>
            <a:ext cx="50980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система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должна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сделать при определённых условиях — определяется заранее на основе требований.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84906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Фактический результат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33335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произошло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 самом деле при выполнении проверки.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62329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890988"/>
            <a:ext cx="236234" cy="1890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5723" y="485953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Ожидаемый результат определяется до выполнения теста — это обеспечивает объективность тестирования.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95734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и обнаружение дефектов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173982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Дефект возникает, когда программа работает не так, как должна в заданных условиях. Но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необычное поведение — это ещё не дефект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926060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0728" y="2959745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807922" y="2987774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807922" y="3370560"/>
            <a:ext cx="572229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Обнаружение проблем в поведении системы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360" y="3991769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0728" y="402545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807922" y="4053483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Воспроизведение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807922" y="4436269"/>
            <a:ext cx="572229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воспроизводимости найденного поведения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33360" y="5057477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0728" y="5091162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807922" y="5119191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5807922" y="5501977"/>
            <a:ext cx="572229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Определение условий возникновения и подтверждение расхождения с ожидаемым результатом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8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как работа с риском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0624"/>
            <a:ext cx="4410659" cy="44107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9641" y="2335014"/>
            <a:ext cx="5996830" cy="3061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Невозможно одинаково глубоко проверить всё в сложной системе — существует огромное количество комбинаций действий, данных и состояний.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Поэтому усилия концентрируются на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наиболее значимых частях продукта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там, где ошибка может привести к серьёзным последствиям для пользователя, данных или бизнеса.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Такой подход позволяет использовать время тестирования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рационально и эффективно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6878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и требования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722563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Требования как источник истины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502124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Требования — один из главных источников информации для определения правильного поведения системы и условий, которые она должна поддерживать.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46833" y="2722563"/>
            <a:ext cx="291785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 нечётких требований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046833" y="3502124"/>
            <a:ext cx="291785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Фраза </a:t>
            </a:r>
            <a:r>
              <a:rPr lang="en-US" sz="14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«система должна быстро загружать страницу»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не даёт конкретного критерия проверки. Тестирование помогает выявлять проблемы не только в коде, но и в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постановке задачи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259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как эксперимент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36973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Каждую проверку можно рассматривать как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управляемый эксперимент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599" y="1690688"/>
            <a:ext cx="7912398" cy="419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35105" y="4685985"/>
            <a:ext cx="1956330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Подготовка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095988" y="5000093"/>
            <a:ext cx="2095447" cy="35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Настройка условий и данных для теста.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69963" y="2219861"/>
            <a:ext cx="1956330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Выполнение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330846" y="2533968"/>
            <a:ext cx="2095447" cy="352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Выполнение действий в системе по сценарию.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026038" y="2043787"/>
            <a:ext cx="1956330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Наблюдение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26038" y="2357894"/>
            <a:ext cx="2095447" cy="528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Фиксация и документирование результатов теста.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65096" y="4686121"/>
            <a:ext cx="1956329" cy="24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Вариация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65096" y="5000229"/>
            <a:ext cx="2095447" cy="528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Изменение данных для новых проверок и повторов.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1475" y="6017716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Вместо хаотичного использования программы мы заранее понимаем, что проверяем и какой результат будет корректным.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62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Тестовые данные и условия проверки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050455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тестирования напрямую зависит от используемых данных. Одна функция может работать корректно с обычными значениями и завершаться ошибкой при другом наборе.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146723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важно контролировать: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633201" y="3631009"/>
            <a:ext cx="6903269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Тестовые данные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короткие, длинные значения, специальные символы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Состояние системы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существующие данные, права пользователя, состояние приложения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5076825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должен понимать влияние начальных условий на результат.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515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как получение доказательств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5447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проверки должен быть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подтверждаемым и фактическим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субъективным мнением.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69518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6782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Поведение системы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08692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Фактическое поведение при выполнении операции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969518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36782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Сообщение об ошибке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08692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Точный текст ошибки или запись в логе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969518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36782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Изменение данных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08692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Зафиксированное изменение состояния в системе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4904383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172075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140623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Точная фиксация условий и результата позволяет другим специалистам воспроизвести ситуацию и определить причину.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7871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даёт тестирование команде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1966119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Тестирование предоставляет команде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достоверную информацию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 реальном состоянии продукта: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2718197"/>
            <a:ext cx="3063104" cy="1594743"/>
          </a:xfrm>
          <a:prstGeom prst="roundRect">
            <a:avLst>
              <a:gd name="adj" fmla="val 472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19193" y="2904034"/>
            <a:ext cx="26914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Покрытие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419193" y="3286820"/>
            <a:ext cx="269144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Какие части системы были проверены и с каким результатом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67017" y="2718197"/>
            <a:ext cx="3063203" cy="1594743"/>
          </a:xfrm>
          <a:prstGeom prst="roundRect">
            <a:avLst>
              <a:gd name="adj" fmla="val 472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52849" y="2904034"/>
            <a:ext cx="26915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Проблемы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652849" y="3286820"/>
            <a:ext cx="269153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Какие дефекты обнаружены и насколько они критичны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33360" y="4483497"/>
            <a:ext cx="6296860" cy="1034554"/>
          </a:xfrm>
          <a:prstGeom prst="roundRect">
            <a:avLst>
              <a:gd name="adj" fmla="val 72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19193" y="4669334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Уверенность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419193" y="5052120"/>
            <a:ext cx="592519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Уровень стабильности основных пользовательских сценариев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33360" y="5709940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Эта информация становится основанием для решений о выпуске версии и движении проекта вперёд.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558</Words>
  <Application>Microsoft Office PowerPoint</Application>
  <PresentationFormat>Широкоэкранный</PresentationFormat>
  <Paragraphs>84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Montserrat Bold</vt:lpstr>
      <vt:lpstr>Open Sans</vt:lpstr>
      <vt:lpstr>Open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2026-09-24T15:40:35Z</dcterms:created>
  <dcterms:modified xsi:type="dcterms:W3CDTF">2026-09-24T15:52:25Z</dcterms:modified>
</cp:coreProperties>
</file>