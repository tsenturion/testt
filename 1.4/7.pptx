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82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5381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DevOps-культура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18581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DevOps — это не набор инструментов, 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подход к организации работы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который объединяет разработку и эксплуатацию в единый процесс. Раньше эти области работали отдельно, что порождало конфликты между требованиями разработчиков и реальностью рабочей среды.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343301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61099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579541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идея: команда несёт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общую ответственность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 результат — от написания кода до его работы в продакшне.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Культура vs инструменты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4059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Инструменты — это только средство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02488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Jenkins, Docker, GitLab CI — это техническая реализация. Их наличие само по себе не делает команду DevOps-командой.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81873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Культура — это основа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303018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Настоящий DevOps начинается с изменения взаимодействия между людьми. Принцип «это не моя зона ответственности» уступает место общей заботе о стабильности продукта.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74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Общая ответственность за качество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61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традиционном подходе качество — задача тестировщика. В DevOps это ответственность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каждого участника команды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63577"/>
            <a:ext cx="3496877" cy="1699518"/>
          </a:xfrm>
          <a:prstGeom prst="roundRect">
            <a:avLst>
              <a:gd name="adj" fmla="val 4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325893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Разработчик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66762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Пишет проверяемый и поддерживаемый код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063577"/>
            <a:ext cx="3496877" cy="1699518"/>
          </a:xfrm>
          <a:prstGeom prst="roundRect">
            <a:avLst>
              <a:gd name="adj" fmla="val 4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3258939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Специалист эксплуатации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3962896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Следит за стабильностью системы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063577"/>
            <a:ext cx="3496877" cy="1699518"/>
          </a:xfrm>
          <a:prstGeom prst="roundRect">
            <a:avLst>
              <a:gd name="adj" fmla="val 4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8600" y="325893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366762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Оценивает риски на протяжении всего цикла разработки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97572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перестаёт быть последним этапом проверки — он участвует в формировании качества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 самого начала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35955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Сотрудничество внутри команды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514203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Разработка, тестирование и сопровождение должны работать как единое целое. Проблемы чаще возникают не из-за отсутствия знаний, а из-за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недостатка информации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между участниками.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3716933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Типичный разрыв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1475" y="4167981"/>
            <a:ext cx="29293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не знает об особенностях рабочей среды. Тестировщик не понимает причины технического решения.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35324" y="3716933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DevOps-подход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035324" y="4167981"/>
            <a:ext cx="29293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Регулярный обмен информацией и совместный поиск улучшений — это не опция, а норма работы команды.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145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Автоматизация в DevOps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759" y="2487811"/>
            <a:ext cx="2998812" cy="2589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0802" y="4376402"/>
            <a:ext cx="1092530" cy="42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Измерь результат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891465" y="4271169"/>
            <a:ext cx="1092531" cy="631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Автоматизируй ценное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87207" y="2144812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автоматизировать?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87207" y="2532360"/>
            <a:ext cx="3549264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Современные системы слишком сложны для полностью ручного выполнения операций. Автоматизация обеспечивает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предсказуемый результат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при повторяющихся действиях.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87207" y="3857526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Важный принцип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87207" y="4245074"/>
            <a:ext cx="3549264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— не самоцель. Автоматизировать нужно то, что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реально повышает качество и скорость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Бессмысленная автоматизация создаёт дополнительные сложности.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79624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обратная связь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040830"/>
            <a:ext cx="6296860" cy="146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Чем быстрее — тем лучше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233360" y="3737471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Ключевая цель DevOps —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сократить время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между изменением в продукте и получением информации о результате. Чем дольше задержка, тем сложнее найти источник ошибки.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4685407"/>
            <a:ext cx="6296860" cy="892870"/>
          </a:xfrm>
          <a:prstGeom prst="roundRect">
            <a:avLst>
              <a:gd name="adj" fmla="val 8002"/>
            </a:avLst>
          </a:prstGeom>
          <a:solidFill>
            <a:srgbClr val="D5F6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417" y="4903589"/>
            <a:ext cx="212620" cy="1700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094" y="4880967"/>
            <a:ext cx="557406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это критично: быстрое обнаружение проблемы позволяет исправить её, пока контекст изменения ещё свежий.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Новое отношение к ошибкам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8938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— это информация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87367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DevOps дефект — не просто проблема для устранения, 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сигнал для улучшения процесса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Команда анализирует не только сами ошибки, но и причины их появления.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96994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это значит для тестировщика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454227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Найденный дефект — это ценные данные, которые делают продукт и весь процесс разработки более надёжными. Каждая ошибка — шаг к совершенствованию.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22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Прозрачность процессов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90899"/>
            <a:ext cx="3496877" cy="264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80531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Видимость изменений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213993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Участники команды должны видеть текущее состояние проекта: какие изменения внесены, какие проверки выполнены.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590899"/>
            <a:ext cx="3496877" cy="2644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805311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Быстрый анализ проблем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509268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информация доступна всем, находить причины сбоев становится значительно проще и быстрее.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590899"/>
            <a:ext cx="3496877" cy="26448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805311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 для тестировщика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509268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невозможно оценивать без понимания контекста. Прозрачность — это основа осмысленного тестирования.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1131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Непрерывное улучшение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27607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DevOps-культура основана на постоянном анализе и совершенствовании способов работы. Даже если процесс работает — его можно сделать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более эффективным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58497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Команда в целом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4069259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Изучает результаты, выявляет повторяющиеся проблемы и ищет способы уменьшить ошибки и задержки.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3584972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 в частности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4364534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Определяет, что автоматизировать, где возникают задержки и какие этапы требуют особого внимания.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19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DevOps-культура для тестировщика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0592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35905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Понимать контекст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67733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больше не существует отдельно от разработки и эксплуатации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1880592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35905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Влиять на процесс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767733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Результаты тестирования становятся частью системы принятия решений о состоянии продукта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1880592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35905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Расширять роль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767733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проверки готового продукта — к участию в формировании качества на всех этапах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88761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155307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12385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Современный тестировщик — это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партнёр команды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создании надёжного продукта, а не финальный контролёр на выходе.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Широкоэкранный</PresentationFormat>
  <Paragraphs>70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2026-09-21T21:38:33Z</dcterms:created>
  <dcterms:modified xsi:type="dcterms:W3CDTF">2026-09-21T21:51:09Z</dcterms:modified>
</cp:coreProperties>
</file>