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75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77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системы контроля версий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7250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разработке ПО над проектом работает команда. Код меняется ежедневно: добавляются функции, исправляются ошибки, обновляются части системы.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97236" y="3392388"/>
            <a:ext cx="3190101" cy="2657872"/>
          </a:xfrm>
          <a:prstGeom prst="roundRect">
            <a:avLst>
              <a:gd name="adj" fmla="val 5120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86243" y="3581400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решают VCS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86243" y="4065687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видит историю изменений, понимает кто и что изменил, может вернуться к рабочей версии при необходимости.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18719" y="358140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18719" y="4065687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Знание о том,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изменения вошли в новую сборку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позволяет определить, какие области системы требуют проверки в первую очередь.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Git как системы контроля версий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4852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Git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932807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распределённая система управления версиями. Её главная особенность: история проекта хранится не только на сервере, но и у каждого участника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локально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позволяет разработчику работать независимо, создавать изменения и подготавливать их к отправке в общий доступ.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80397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5288260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приходит новая сборка, важно понимать,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изменения в ней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какую часть системы они затронули.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25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44240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Репозиторий как место хранения проекта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209006"/>
            <a:ext cx="3815858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404368"/>
            <a:ext cx="34251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хранит репозиторий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813050"/>
            <a:ext cx="342514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Файлы проекта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полную историю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всех сохранённых изменений. Git отслеживает состояние файлов и фиксирует каждое значимое сохранение.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6340" y="2209006"/>
            <a:ext cx="381595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1696" y="2404368"/>
            <a:ext cx="34252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Возможности команды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61696" y="2813050"/>
            <a:ext cx="34252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Посмотреть историю развития проекта или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вернуться к нужному состоянию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 любой момент.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709517"/>
            <a:ext cx="7820822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904879"/>
            <a:ext cx="74301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313561"/>
            <a:ext cx="743010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Репозиторий — источник информации: по истории видно, какие функции добавили, какие исправили,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области требуют повторной проверки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Локальный и удалённый репозиторий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2957"/>
            <a:ext cx="4528032" cy="4528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9672" y="1932484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Локальный репозиторий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49672" y="2406352"/>
            <a:ext cx="58867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Находится на компьютере разработчика. Позволяет работать с проектом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без постоянного подключения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 серверу.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49672" y="3180060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Удалённый репозиторий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49672" y="3653929"/>
            <a:ext cx="58867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Размещается на сервере и используется для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обмена изменениями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участниками. Там хранится общая версия проекта.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49672" y="4745732"/>
            <a:ext cx="5886799" cy="1013023"/>
          </a:xfrm>
          <a:prstGeom prst="roundRect">
            <a:avLst>
              <a:gd name="adj" fmla="val 7714"/>
            </a:avLst>
          </a:prstGeom>
          <a:solidFill>
            <a:srgbClr val="D5F6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702" y="5028406"/>
            <a:ext cx="232563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4296" y="4956969"/>
            <a:ext cx="50961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Локальные изменения становятся доступны другим только после передачи в удалённый репозиторий.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 как платформа для работы с Git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435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 vs GitHub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88642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инструмент управления версиями, работающий локально на компьютере разработчика.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GitHub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облачная платформа, которая использует Git и добавляет возможности для командной работы: обсуждения, задачи, проверка кода.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35739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84167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— источник информации о проекте: здесь видна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история изменений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задачи, код и контекст того, что происходит в продукте.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1974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проекта в GitHub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12566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8005" y="2112566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Исходный код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78005" y="2470051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Основные файлы приложения, логика работы системы и её компоненты.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93368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8005" y="3293368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Документация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278005" y="3650853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Описание запуска, используемые технологии и правила работы с проектом.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74170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8005" y="4474170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278005" y="4831655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Настройки окружения, конфигурационные файлы и параметры сборки.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61475" y="5521027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при подключении к новому проекту репозиторий даёт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контекст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 только через интерфейс, но и из самой структуры файлов.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75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Commit как фиксация изменений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2360116"/>
            <a:ext cx="6565736" cy="2954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88382" y="2486383"/>
            <a:ext cx="1148996" cy="17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Изменения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088382" y="2714452"/>
            <a:ext cx="1148996" cy="27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Редактируйте файлы в проекте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540410" y="4702359"/>
            <a:ext cx="1155309" cy="17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Стадия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540410" y="4930428"/>
            <a:ext cx="1155309" cy="27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Отметьте правки для сохранения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48246" y="2464286"/>
            <a:ext cx="1148996" cy="17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Коммит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48246" y="2692355"/>
            <a:ext cx="1148996" cy="27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Сохраните снимок с описанием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17270" y="1552377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commit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017270" y="2003425"/>
            <a:ext cx="3519201" cy="23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Commit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зафиксированное состояние проекта в определённый момент времени. Каждый commit содержит информацию о том,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изменения были сделаны и кем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 commit добавляется описание, которое объясняет смысл работы. Это создаёт прозрачность разработки.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17270" y="4568230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017270" y="5019278"/>
            <a:ext cx="351920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после обновления появилась ошибка, история commit'ов помогает определить,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какие изменения могли повлиять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работу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983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Ветки разработки — Git Branch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788716"/>
            <a:ext cx="6296860" cy="1405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9239" y="196840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ветки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9239" y="2301280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больших проектах нельзя постоянно менять основную версию напрямую.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Ветка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отдельное направление работы, изолированное от основной версии.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330674"/>
            <a:ext cx="6296860" cy="14054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9239" y="351035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9239" y="3843238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создаёт новую функцию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независимо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 основной версии, не нарушая её стабильность. После завершения ветка объединяется с основной.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872633"/>
            <a:ext cx="6296860" cy="14054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9239" y="505231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9239" y="5385197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Разные ветки — разные этапы готовности. Одна может содержать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экспериментальную функциональность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другая — версию, готовую к проверке.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353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Pull Request как процесс проверки изменений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731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Pull Request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81598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разработчик завершает работу в своей ветке, изменения предлагаются для добавления в основной проект через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Pull Request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Request содержит информацию о том, что изменилось, зачем это нужно и какие проверки требуются. Команда может обсудить изменения, оставить комментарии или предложить исправления.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65276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тестировщика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5137051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Request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важная точка взаимодействия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здесь можно заранее увидеть, какая функциональность меняется, и подготовить будущую проверку.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09130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6341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GitHub для процесса разработки и тестирования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2390775"/>
            <a:ext cx="3071835" cy="2520255"/>
          </a:xfrm>
          <a:prstGeom prst="roundRect">
            <a:avLst>
              <a:gd name="adj" fmla="val 283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881" y="2567186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Единое пространство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881" y="2924671"/>
            <a:ext cx="271902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объединяет хранение кода, управление изменениями и коммуникацию команды вокруг одного проекта.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86400" y="2390775"/>
            <a:ext cx="3071934" cy="2520255"/>
          </a:xfrm>
          <a:prstGeom prst="roundRect">
            <a:avLst>
              <a:gd name="adj" fmla="val 283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62807" y="2567186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62807" y="2924671"/>
            <a:ext cx="2719121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нужно становиться разработчиком — нужно понимать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процесс создания продукта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где находится код, как появляются новые версии, как изменения попадают в систему.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5064125"/>
            <a:ext cx="6296860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7881" y="5240536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результат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881" y="5598021"/>
            <a:ext cx="59440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знание необходимо для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эффективного взаимодействия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командой разработки и понимания того, что тестировать и почему.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2026-09-21T21:18:47Z</dcterms:created>
  <dcterms:modified xsi:type="dcterms:W3CDTF">2026-09-21T21:49:31Z</dcterms:modified>
</cp:coreProperties>
</file>