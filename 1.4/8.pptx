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Montserrat Light" panose="00000400000000000000" pitchFamily="2" charset="-52"/>
      <p:regular r:id="rId14"/>
    </p:embeddedFont>
    <p:embeddedFont>
      <p:font typeface="Open Sans" panose="020B0606030504020204" pitchFamily="3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899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78931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DevOps и единая среда разработки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254077"/>
            <a:ext cx="629686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 работает на компьютере разработчика, но ломается на сервере. Причина часто не в самом приложении, а в различиях между окружениями. DevOps-подход решает эту проблему через стандартизацию: приложение должно запускаться одинаково везде. Для тестировщика это критично — качество проверки зависит от условий, в которых выполняется тест.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Docker как инструмент DevOps-культуры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13819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Docker упаковывает приложение вместе со всеми зависимостями в контейнер. Внутри находится всё необходимое: настройки, библиотеки, компоненты.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733701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026793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950990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тест выполняется в подготовленном контейнере, вероятность ошибок из-за различий между компьютерами значительно снижается.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Понятие контейнера в Docker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633960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Контейнер vs Виртуальная машина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3052763"/>
            <a:ext cx="5226911" cy="1947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Контейнер — изолированная среда для приложения. В отличие от виртуальной машины, он не содержит отдельную операционную систему, а использует ядро основной системы.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Поэтому контейнер запускается быстрее и требует меньше ресурсов. Для тестирования это означает возможность быстро создавать одинаковые условия с готовым окружением.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994" y="1457424"/>
            <a:ext cx="4704141" cy="47042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03647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Docker Desktop как среда для работы с контейнерами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659063"/>
            <a:ext cx="3053877" cy="2001937"/>
          </a:xfrm>
          <a:prstGeom prst="roundRect">
            <a:avLst>
              <a:gd name="adj" fmla="val 396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854424"/>
            <a:ext cx="26631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Удобный интерфейс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558381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Управление контейнерами без сложной настройки инфраструктуры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659063"/>
            <a:ext cx="3053976" cy="2001937"/>
          </a:xfrm>
          <a:prstGeom prst="roundRect">
            <a:avLst>
              <a:gd name="adj" fmla="val 396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854424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Локальная среда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263106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Запустить копию сервиса, базу данных или тестовое приложение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850011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504537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Контроль ресурсов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45405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контейнеров, запуск образов и мониторинг состояния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23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Образы и контейнеры Docker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196" y="2348210"/>
            <a:ext cx="3515728" cy="3035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07254" y="4685774"/>
            <a:ext cx="1280885" cy="24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Контейнер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2666669" y="4685774"/>
            <a:ext cx="1280885" cy="24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Образ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032251" y="1966516"/>
            <a:ext cx="3504219" cy="3799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Образ — это подготовленный шаблон, из которого создаётся контейнер. Один образ можно использовать многократно, создавая одинаковые контейнеры на разных компьютерах.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тестировщик получает тот же образ, что используется в автоматизации, он проверяет приложение в условиях, максимально приближенных к реальному процессу.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328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Docker Compose для нескольких компонентов системы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12603"/>
            <a:ext cx="1524756" cy="1524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7363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Серверная часть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582319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Backend-сервис приложения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412603"/>
            <a:ext cx="1524756" cy="1524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417363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База данных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582319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Хранилище данных системы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412603"/>
            <a:ext cx="1524756" cy="15247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417363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Дополнительные сервисы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582319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Связанные компоненты системы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61475" y="5097363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Docker Compose описывает и запускает несколько связанных контейнеров как единую систему. Для тестировщика это возможность быстро поднять полноценное тестовое окружение и проверить взаимодействие различных частей приложения.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DevOps и воспроизводимость процессов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4100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Ключевой принцип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125291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Воспроизводимость — одинаковый процесс должен давать одинаковый результат везде. Если команда вручную настраивает каждую среду, появляются различия в версиях библиотек и конфигурациях.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Docker решает эту проблему: окружение описывается и создаётся одинаково. Для тестировщика это повышает надёжность результатов и уменьшает количество ложных ошибок.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428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Docker в CI/CD-процессах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061" y="1526580"/>
            <a:ext cx="8029473" cy="3674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234" y="4328779"/>
            <a:ext cx="1507452" cy="29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Доставка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29432" y="4183580"/>
            <a:ext cx="1507451" cy="58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Сборка и тесты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439955" y="4183580"/>
            <a:ext cx="1507452" cy="58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Создать контейнер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509178" y="4328779"/>
            <a:ext cx="1507452" cy="290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Коммит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61475" y="5393333"/>
            <a:ext cx="10868745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запуске автоматического процесса система создаёт контейнер с необходимым окружением и выполняет внутри него сборку или тестирование. Для тестировщика важно понимать: автоматический тест выполняется не просто «на сервере», а внутри определённой среды с конкретными настройками контейнера.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4650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Логи и диагностика в DevOps-среде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111276"/>
            <a:ext cx="6296860" cy="11399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9364" y="2325688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Логи контейнера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549364" y="2734370"/>
            <a:ext cx="57664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Информация о работе каждого компонента системы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440212"/>
            <a:ext cx="6296860" cy="14423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49364" y="3654623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Результаты pipeline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5549364" y="4063305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Статус выполнения каждого этапа автоматизированного процесса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071566"/>
            <a:ext cx="6296860" cy="11399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49364" y="5285978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Системные сообщения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5549364" y="5694660"/>
            <a:ext cx="57664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Ошибки окружения, запуска и взаимодействия компонентов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63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Место тестировщика в DevOps-процессе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60575"/>
            <a:ext cx="5203794" cy="319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DevOps тестировщик — часть общего процесса создания и сопровождения ПО. Его задача не только в обнаружении ошибок, но и в постоянном контроле качества на разных этапах.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Автоматические проверки дают быструю обратную связь, ручное тестирование исследует сложные сценарии. Современный специалист по качеству должен понимать не только как проверить программу, но и как она создаётся, запускается и доставляется пользователю.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196651" y="1890514"/>
            <a:ext cx="5476043" cy="3950990"/>
          </a:xfrm>
          <a:prstGeom prst="roundRect">
            <a:avLst>
              <a:gd name="adj" fmla="val 3445"/>
            </a:avLst>
          </a:prstGeom>
          <a:solidFill>
            <a:srgbClr val="27B29F"/>
          </a:solidFill>
          <a:ln/>
        </p:spPr>
      </p:sp>
      <p:sp>
        <p:nvSpPr>
          <p:cNvPr id="5" name="Text 3"/>
          <p:cNvSpPr/>
          <p:nvPr/>
        </p:nvSpPr>
        <p:spPr>
          <a:xfrm>
            <a:off x="6385658" y="210314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85658" y="2399010"/>
            <a:ext cx="2454511" cy="254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7" name="Text 5"/>
          <p:cNvSpPr/>
          <p:nvPr/>
        </p:nvSpPr>
        <p:spPr>
          <a:xfrm>
            <a:off x="6385658" y="2544266"/>
            <a:ext cx="245451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изменений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323828"/>
            <a:ext cx="245451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Контроль отдельных коммитов и фич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029176" y="210314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029176" y="2399010"/>
            <a:ext cx="2454511" cy="254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1" name="Text 9"/>
          <p:cNvSpPr/>
          <p:nvPr/>
        </p:nvSpPr>
        <p:spPr>
          <a:xfrm>
            <a:off x="9029176" y="2544266"/>
            <a:ext cx="245451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окружения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029176" y="3323828"/>
            <a:ext cx="245451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Диагностика логов и pipeline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85658" y="425936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85658" y="4555232"/>
            <a:ext cx="5098029" cy="254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5" name="Text 13"/>
          <p:cNvSpPr/>
          <p:nvPr/>
        </p:nvSpPr>
        <p:spPr>
          <a:xfrm>
            <a:off x="6385658" y="470048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Приёмка версии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385658" y="5184775"/>
            <a:ext cx="50980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Исследование готового релиза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Широкоэкранный</PresentationFormat>
  <Paragraphs>68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Open Sans</vt:lpstr>
      <vt:lpstr>Montserrat Bold</vt:lpstr>
      <vt:lpstr>Montserrat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2026-09-21T21:48:01Z</dcterms:created>
  <dcterms:modified xsi:type="dcterms:W3CDTF">2026-09-21T21:51:23Z</dcterms:modified>
</cp:coreProperties>
</file>