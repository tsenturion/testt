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296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как часть разработки, а не финальный этап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Раньше тестирование было отдельным этапом после разработки. В CI/CD проверки встроены прямо в процесс — система реагирует на каждое изменение кода мгновенно.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22300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быстрая обратная связь экономит время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097236" y="2677716"/>
            <a:ext cx="3190101" cy="3557984"/>
          </a:xfrm>
          <a:prstGeom prst="roundRect">
            <a:avLst>
              <a:gd name="adj" fmla="val 4266"/>
            </a:avLst>
          </a:prstGeom>
          <a:solidFill>
            <a:srgbClr val="27B29F"/>
          </a:solidFill>
          <a:ln/>
        </p:spPr>
      </p:sp>
      <p:sp>
        <p:nvSpPr>
          <p:cNvPr id="6" name="Text 3"/>
          <p:cNvSpPr/>
          <p:nvPr/>
        </p:nvSpPr>
        <p:spPr>
          <a:xfrm>
            <a:off x="5286243" y="2866727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 найдена сразу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86243" y="3646289"/>
            <a:ext cx="28120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помнит, что менял. Исправление занимает минуты.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18719" y="2866727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 найдена через неделю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18719" y="3646289"/>
            <a:ext cx="2917851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десятка обновлений поиск причины превращается в настоящий кошмар. Для тестировщика это означает новую роль: следить за качеством на каждом шаге, а не только проверять готовый продукт.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35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Первый фильтр: базовые проверки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662" y="2336899"/>
            <a:ext cx="5152896" cy="3058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3149" y="4685824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Smoke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508883" y="456244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Зависимости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68297" y="4685824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Сборка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32251" y="2117725"/>
            <a:ext cx="3504219" cy="3496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код попадает в пайплайн, система сначала проверяет самое простое: собирается ли приложение, доступны ли зависимости, работают ли основные компоненты.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не полноценное тестирование, а быстрый фильтр. Если здесь что-то сломалось — процесс останавливается. Это экономит ресурсы и не тратит время на ненужные проверки.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9786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Автоматические тесты: проверка по сценариям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662634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857996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Функциональность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266678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Работает ли функция так, как ожидается?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662634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857996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Регрессия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266678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сломалось ли то, что работало раньше?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255889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45125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Качество тестов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859933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Плохо написанные тесты не гарантируют отсутствие проблем даже при зелёном статусе.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98" y="1005421"/>
            <a:ext cx="6178361" cy="617851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Разные проверки на разных этапах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309659" y="2964954"/>
            <a:ext cx="5226911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все тесты запускаются одновременно. Быстрые проверки выполняются в начале, чтобы сразу выявить очевидные проблемы. Сложные и долгие тесты запускаются позже.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Логика простая: сначала отсеиваем явные ошибки, потом углубляемся в детали. Задача тестировщика — понимать эту логику и правильно встраивать проверки в процесс.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79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Ручное тестирование остаётся важным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46586"/>
            <a:ext cx="1541622" cy="1541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9331" y="2846586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Автоматизация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439331" y="3255268"/>
            <a:ext cx="35383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Берёт на себя повторяющиеся сценарии и рутинные проверки.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2846586"/>
            <a:ext cx="1541722" cy="154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91870" y="2846586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Человек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991870" y="3255268"/>
            <a:ext cx="353835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Исследует новые функции, оценивает удобство, ищет неожиданные ситуации — то, что алгоритм не видит.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61475" y="46775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CI/CD ручное тестирование не исчезает, а становится более целенаправленным.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0039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Merge Request как точка контроля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035572"/>
            <a:ext cx="2963987" cy="2721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разработчик хочет добавить изменения в основной код, они проходят через Merge Request. В этот момент автоматические проверки запускаются параллельно с рассмотрением кода.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видит результаты: прошли ли тесты, есть ли ошибки, безопасно ли объединять изменения. Это критическая точка контроля, которая предотвращает попадание проблем в стабильную версию.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698" y="2062758"/>
            <a:ext cx="2963987" cy="11330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47151" y="2233017"/>
            <a:ext cx="25472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Автопроверки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247151" y="2590205"/>
            <a:ext cx="254727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Тесты запускаются автоматически при создании MR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698" y="3316784"/>
            <a:ext cx="2963987" cy="11330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47151" y="3487043"/>
            <a:ext cx="25472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Ревью кода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247151" y="3844230"/>
            <a:ext cx="254727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анализирует изменения вручную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0698" y="4570809"/>
            <a:ext cx="2963987" cy="13507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47151" y="4741069"/>
            <a:ext cx="25472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4247151" y="5098256"/>
            <a:ext cx="254727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Объединение разрешается только при успешном прохождении обоих этапов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Окружение: контекст, в котором работают тесты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21744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Тесты выполняются не в пустоте. Им нужна среда: версии программ, настройки базы данных, переменные окружения.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проверки зависит не только от кода приложения, но и от этого контекста. Если тест упал, важно разобраться: проблема в приложении, в самом тесте или в условиях его выполнения? Умение различать эти причины — ключевой навык тестировщика.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718943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012035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936232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и тот же тест может давать разные результаты в разных окружениях.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5602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результатов: не просто красный или зелёный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49078"/>
            <a:ext cx="448854" cy="4488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11165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 в приложении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3193951"/>
            <a:ext cx="53277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работает не так, как ожидалось — реальная проблема продукта.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2406" y="2149078"/>
            <a:ext cx="448854" cy="448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2406" y="2811165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 в тесте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02406" y="3193951"/>
            <a:ext cx="53278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 сценарий написан неверно или устарел после изменений.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95254"/>
            <a:ext cx="448854" cy="4488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757341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 окружения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61475" y="5140127"/>
            <a:ext cx="53277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Среда выполнения настроена неправильно или недоступна.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2406" y="4095254"/>
            <a:ext cx="448854" cy="4488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2406" y="4757341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Сбой автоматизации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02406" y="5140127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в настройках самого пайплайна, а не в коде.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61475" y="5892205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Красный статус — это начало анализа, а не готовый ответ. Тестировщик должен уметь находить реальную причину сбоя.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70645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Тестировщик в CI/CD: участник непрерывного процесса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5233360" y="2810073"/>
            <a:ext cx="6296860" cy="3177183"/>
          </a:xfrm>
          <a:prstGeom prst="roundRect">
            <a:avLst>
              <a:gd name="adj" fmla="val 2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816423"/>
            <a:ext cx="3142080" cy="1862534"/>
          </a:xfrm>
          <a:custGeom>
            <a:avLst/>
            <a:gdLst/>
            <a:ahLst/>
            <a:cxnLst/>
            <a:rect l="l" t="t" r="r" b="b"/>
            <a:pathLst>
              <a:path w="3142080" h="1862534">
                <a:moveTo>
                  <a:pt x="62849" y="0"/>
                </a:moveTo>
                <a:lnTo>
                  <a:pt x="3142080" y="0"/>
                </a:lnTo>
                <a:lnTo>
                  <a:pt x="3142080" y="1862534"/>
                </a:lnTo>
                <a:lnTo>
                  <a:pt x="0" y="1862534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7" name="Text 4"/>
          <p:cNvSpPr/>
          <p:nvPr/>
        </p:nvSpPr>
        <p:spPr>
          <a:xfrm>
            <a:off x="5419193" y="2995910"/>
            <a:ext cx="27831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Понимает процесс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419193" y="3378696"/>
            <a:ext cx="278311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Знает, какие проверки автоматические, а какие ручные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381790" y="2816423"/>
            <a:ext cx="3142080" cy="1862534"/>
          </a:xfrm>
          <a:custGeom>
            <a:avLst/>
            <a:gdLst/>
            <a:ahLst/>
            <a:cxnLst/>
            <a:rect l="l" t="t" r="r" b="b"/>
            <a:pathLst>
              <a:path w="3142080" h="1862534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1862534"/>
                </a:lnTo>
                <a:lnTo>
                  <a:pt x="0" y="1862534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816423"/>
            <a:ext cx="25399" cy="1862534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1" name="Text 8"/>
          <p:cNvSpPr/>
          <p:nvPr/>
        </p:nvSpPr>
        <p:spPr>
          <a:xfrm>
            <a:off x="8561273" y="2995910"/>
            <a:ext cx="278311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Анализирует результаты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561273" y="3659187"/>
            <a:ext cx="278311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Умеет находить реальную причину сбоя, а не просто фиксировать статус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39710" y="4678958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0" y="0"/>
                </a:moveTo>
                <a:lnTo>
                  <a:pt x="6284160" y="0"/>
                </a:lnTo>
                <a:lnTo>
                  <a:pt x="6284160" y="1239098"/>
                </a:lnTo>
                <a:arcTo wR="62849" hR="62850" stAng="0" swAng="5400000"/>
                <a:lnTo>
                  <a:pt x="62849" y="1301948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4678958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5" name="Text 12"/>
          <p:cNvSpPr/>
          <p:nvPr/>
        </p:nvSpPr>
        <p:spPr>
          <a:xfrm>
            <a:off x="5419193" y="4858445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Влияет на качество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419193" y="5241230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формируется постоянно — на каждом этапе, а не перед выпуском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595</Words>
  <Application>Microsoft Office PowerPoint</Application>
  <PresentationFormat>Широкоэкранный</PresentationFormat>
  <Paragraphs>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Montserrat Bold</vt:lpstr>
      <vt:lpstr>Arial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3</cp:revision>
  <dcterms:created xsi:type="dcterms:W3CDTF">2026-09-21T21:48:54Z</dcterms:created>
  <dcterms:modified xsi:type="dcterms:W3CDTF">2026-09-25T12:03:46Z</dcterms:modified>
</cp:coreProperties>
</file>