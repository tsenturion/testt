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230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3787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Понятие CI/CD и связь с разработкой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102644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CI/CD — это подход к автоматизации процессов создания и доставки ПО. Вместо накопления изменений перед большим релизом команда проверяет небольшие изменения регулярно.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222526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6832" y="3417888"/>
            <a:ext cx="26631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Быстрая обратная связь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4121845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Качество кода проверяется сразу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904359" y="3222526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99715" y="3417888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Снижение рисков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099715" y="3826570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Меньше изменений — меньше проблем при выпуске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1475" y="5118199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6832" y="531356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Контроль изменений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56832" y="5722243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шаг прозрачен и управляем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Continuous Integration — непрерывная интеграция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3121918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Разработчики регулярно объединяют свой код в общий репозиторий. Система автоматически проверяет каждое изменение.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896816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Автоматическая сборка проекта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Запуск тестов сразу после добавления кода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качества кода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Ошибки обнаруживаются практически сразу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7179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Continuous Delivery — непрерывная доставка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3112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 постоянно находится в состоянии готовности к выпуску. Каждое изменение проходит необходимые проверки перед развёртыванием.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748584"/>
            <a:ext cx="3496877" cy="17376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3962995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Автоматизированные проверки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4666952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Качество подтверждается на каждом этапе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3748584"/>
            <a:ext cx="3496877" cy="17376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363" y="3962995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Контроль публикации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663363" y="4371677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Команда сама решает, когда выпускать версию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3748584"/>
            <a:ext cx="3496877" cy="17376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49247" y="3962995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Техническая готовность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49247" y="4666952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Продукт всегда готов к развёртыванию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53343"/>
            <a:ext cx="6296860" cy="1594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Continuous Deployment — непрерывное развёртывание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377777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Изменения, успешно прошедшие все автоматические проверки,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автоматически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попадают в рабочую среду — без ручного вмешательства.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3325713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97243" y="3384153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Высокое доверие к автоматизации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97243" y="3741638"/>
            <a:ext cx="576109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сама принимает решение о публикации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4306391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97243" y="4364831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Надёжные и актуальные тесты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197243" y="4722316"/>
            <a:ext cx="576109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Качество тестового покрытия становится критически важным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1475" y="5153124"/>
            <a:ext cx="6296860" cy="1151434"/>
          </a:xfrm>
          <a:prstGeom prst="roundRect">
            <a:avLst>
              <a:gd name="adj" fmla="val 6205"/>
            </a:avLst>
          </a:prstGeom>
          <a:solidFill>
            <a:srgbClr val="D5F6F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" y="5371306"/>
            <a:ext cx="212620" cy="1700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14209" y="5348684"/>
            <a:ext cx="557406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 Deployment — следующий уровень после Continuous Delivery: публикация происходит автоматически, без ручного подтверждения.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GitHub в процессе CI/CD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59584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— это не только хранилище кода, но и часть системы контроля качества. Он интегрирует процессы проверки и автоматизации в единый рабочий поток.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936901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Запуск автоматических действий при отправке изменений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Отслеживание результатов проверок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Видимость состояния разработки для всей команды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7943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GitHub Actions как инструмент автоматизации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3876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Actions — встроенный механизм для создания автоматических сценариев выполнения операций в проекте.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53805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16252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Триггеры событий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57120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Процессы запускаются при добавлении кода или создании запроса на объединение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453805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416252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Автозапуск тестов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457120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Тесты выполняются автоматически без участия команды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3453805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416252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Обратная связь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457120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Команда сразу видит результаты проверок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1066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Workflow в GitHub Actions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50790"/>
            <a:ext cx="6903269" cy="3030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32521" y="4509513"/>
            <a:ext cx="1210084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Триггер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832521" y="4749708"/>
            <a:ext cx="1210084" cy="299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push или pull request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230065" y="4462970"/>
            <a:ext cx="1210084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Результаты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30065" y="4703165"/>
            <a:ext cx="1210084" cy="299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вывод тестов и статус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541266" y="2668577"/>
            <a:ext cx="1210084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Выполнение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541266" y="2908771"/>
            <a:ext cx="1210084" cy="299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операции и окружение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32251" y="2254845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Workflow — это сценарии автоматизации, описывающие, какие действия выполняет система и при каких условиях.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032251" y="3634581"/>
            <a:ext cx="3504219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Определение события, запускающего процесс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Описание операций и окружения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тестировщика: понимание, когда запускаются тесты и где искать результаты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4235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Роль тестов в CI/CD-процессе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207121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Тестирование встроено в регулярный процесс разработки, а не выполняется только перед финальным выпуском.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024584"/>
            <a:ext cx="6296860" cy="3091061"/>
          </a:xfrm>
          <a:prstGeom prst="roundRect">
            <a:avLst>
              <a:gd name="adj" fmla="val 256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3030934"/>
            <a:ext cx="3142080" cy="1989237"/>
          </a:xfrm>
          <a:custGeom>
            <a:avLst/>
            <a:gdLst/>
            <a:ahLst/>
            <a:cxnLst/>
            <a:rect l="l" t="t" r="r" b="b"/>
            <a:pathLst>
              <a:path w="3142080" h="1989237">
                <a:moveTo>
                  <a:pt x="66156" y="0"/>
                </a:moveTo>
                <a:lnTo>
                  <a:pt x="3142080" y="0"/>
                </a:lnTo>
                <a:lnTo>
                  <a:pt x="3142080" y="1989237"/>
                </a:lnTo>
                <a:lnTo>
                  <a:pt x="0" y="1989237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856832" y="3219946"/>
            <a:ext cx="276406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Автоматические тесты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3923903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Проверяют каждое изменение кода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809905" y="3030934"/>
            <a:ext cx="3142080" cy="1989237"/>
          </a:xfrm>
          <a:custGeom>
            <a:avLst/>
            <a:gdLst/>
            <a:ahLst/>
            <a:cxnLst/>
            <a:rect l="l" t="t" r="r" b="b"/>
            <a:pathLst>
              <a:path w="3142080" h="1989237">
                <a:moveTo>
                  <a:pt x="0" y="0"/>
                </a:moveTo>
                <a:lnTo>
                  <a:pt x="3075924" y="0"/>
                </a:lnTo>
                <a:arcTo wR="66156" hR="66158" stAng="16200000" swAng="5400000"/>
                <a:lnTo>
                  <a:pt x="3142080" y="1989237"/>
                </a:lnTo>
                <a:lnTo>
                  <a:pt x="0" y="1989237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3030934"/>
            <a:ext cx="25399" cy="1989237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3998912" y="3219946"/>
            <a:ext cx="276406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Быстрое обнаружение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3998912" y="3923903"/>
            <a:ext cx="27640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Нарушения функциональности выявляются сразу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67825" y="5020171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wR="66156" hR="66158" stAng="0" swAng="5400000"/>
                <a:lnTo>
                  <a:pt x="66156" y="1089124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5020171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6" name="Text 13"/>
          <p:cNvSpPr/>
          <p:nvPr/>
        </p:nvSpPr>
        <p:spPr>
          <a:xfrm>
            <a:off x="856832" y="520918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Ручное тестирование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856832" y="5617865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Остаётся важным для новых функций и сложных сценариев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384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Версионирование и контроль изменений в GitHub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29317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История изменений помогает команде отслеживать развитие продукта и связывать ошибки с конкретными изменениями.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4116487"/>
            <a:ext cx="283461" cy="283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4110633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Полная история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4519315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изменилось, кто это сделал и когда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3975" y="4116487"/>
            <a:ext cx="283461" cy="283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77383" y="4110633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Восстановление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977383" y="4519315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Возврат к рабочему состоянию в любой момент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5635" y="4116487"/>
            <a:ext cx="283461" cy="2834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79042" y="4110633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проблем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679042" y="4519315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Контекст изменений помогает найти причину ошибки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790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Значение CI/CD для современного тестировщика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036266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работает внутри общего жизненного цикла разработки, контролируя качество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постоянно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только перед выпуском.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88345"/>
            <a:ext cx="1454907" cy="145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456509"/>
            <a:ext cx="348070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Единый процесс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1475" y="4839295"/>
            <a:ext cx="348070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Взаимодействие с командой разработки в общем рабочем потоке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396" y="2788345"/>
            <a:ext cx="1454907" cy="14549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55396" y="4456509"/>
            <a:ext cx="34808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изменений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355396" y="4839295"/>
            <a:ext cx="348080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Оценка влияния каждого изменения на продукт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416" y="2788345"/>
            <a:ext cx="1454907" cy="14549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9416" y="4456509"/>
            <a:ext cx="34808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Путь до продакшена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8049416" y="4839295"/>
            <a:ext cx="348080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Понимание, как новая версия попадает в рабочую среду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61475" y="5591373"/>
            <a:ext cx="10868745" cy="693837"/>
          </a:xfrm>
          <a:prstGeom prst="roundRect">
            <a:avLst>
              <a:gd name="adj" fmla="val 10870"/>
            </a:avLst>
          </a:prstGeom>
          <a:solidFill>
            <a:srgbClr val="D5F6F1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957" y="5833864"/>
            <a:ext cx="224427" cy="17948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44867" y="5806777"/>
            <a:ext cx="1071545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CI/CD — это не только инструменты, но и культура непрерывного улучшения качества.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</Words>
  <Application>Microsoft Office PowerPoint</Application>
  <PresentationFormat>Широкоэкранный</PresentationFormat>
  <Paragraphs>88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</vt:lpstr>
      <vt:lpstr>Arial</vt:lpstr>
      <vt:lpstr>Montserrat Bold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2026-09-21T21:19:15Z</dcterms:created>
  <dcterms:modified xsi:type="dcterms:W3CDTF">2026-09-21T21:49:43Z</dcterms:modified>
</cp:coreProperties>
</file>