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  <p:italic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1391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85316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GitLab Runner как исполнитель задач CI/CD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010793"/>
            <a:ext cx="2917851" cy="289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GitLab Runner — это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отдельная рабочая машина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(сервер, виртуальная машина или контейнер), которая получает инструкции из GitLab и выполняет их в подготовленной среде.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не сам GitLab — это его «руки».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482594" y="2840732"/>
            <a:ext cx="3190101" cy="3231952"/>
          </a:xfrm>
          <a:prstGeom prst="roundRect">
            <a:avLst>
              <a:gd name="adj" fmla="val 4266"/>
            </a:avLst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8671601" y="3029744"/>
            <a:ext cx="281208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это важно тестировщику?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71601" y="3809305"/>
            <a:ext cx="281208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 проходит локально, но падает в pipeline? Причина почти всегда в различии окружений: версии программ, зависимости, настройки.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743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Этапы Pipeline в GitLab CI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2032198"/>
            <a:ext cx="6296860" cy="34409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63728" y="3545212"/>
            <a:ext cx="1459018" cy="397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Подготовка окружения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9747996" y="3522825"/>
            <a:ext cx="1459018" cy="397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Установка зависимостей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7948210" y="3529993"/>
            <a:ext cx="1459018" cy="397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Формирование результатов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233360" y="568573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pipeline остановился — вы сразу видите, на каком этапе произошла ошибка. Это ускоряет поиск причины.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7231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Jobs как отдельные задачи автоматизации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09527"/>
            <a:ext cx="5349047" cy="160238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1312" y="1766391"/>
            <a:ext cx="269273" cy="2692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6356" y="2344142"/>
            <a:ext cx="49392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Сборка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866356" y="2726928"/>
            <a:ext cx="493928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Компиляция и подготовка приложения к запуску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1074" y="1609527"/>
            <a:ext cx="5349146" cy="1602383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1011" y="1766391"/>
            <a:ext cx="269273" cy="2692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385956" y="2344142"/>
            <a:ext cx="4939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Тесты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6385956" y="2726928"/>
            <a:ext cx="493938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Запуск автоматических проверок и сценариев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82466"/>
            <a:ext cx="5349047" cy="1602383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1312" y="3539331"/>
            <a:ext cx="269273" cy="26928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66356" y="4117082"/>
            <a:ext cx="49392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Отчёт</a:t>
            </a:r>
            <a:endParaRPr lang="en-US" sz="1750" dirty="0"/>
          </a:p>
        </p:txBody>
      </p:sp>
      <p:sp>
        <p:nvSpPr>
          <p:cNvPr id="14" name="Text 6"/>
          <p:cNvSpPr/>
          <p:nvPr/>
        </p:nvSpPr>
        <p:spPr>
          <a:xfrm>
            <a:off x="866356" y="4499868"/>
            <a:ext cx="493928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Формирование результатов и артефактов</a:t>
            </a:r>
            <a:endParaRPr lang="en-US" sz="14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1074" y="3382466"/>
            <a:ext cx="5349146" cy="1602383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21011" y="3539331"/>
            <a:ext cx="269273" cy="26928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385956" y="4117082"/>
            <a:ext cx="4939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Деплой</a:t>
            </a:r>
            <a:endParaRPr lang="en-US" sz="1750" dirty="0"/>
          </a:p>
        </p:txBody>
      </p:sp>
      <p:sp>
        <p:nvSpPr>
          <p:cNvPr id="18" name="Text 8"/>
          <p:cNvSpPr/>
          <p:nvPr/>
        </p:nvSpPr>
        <p:spPr>
          <a:xfrm>
            <a:off x="6385956" y="4499868"/>
            <a:ext cx="493938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Развёртывание на целевой сервер или среду</a:t>
            </a:r>
            <a:endParaRPr lang="en-US" sz="1400" dirty="0"/>
          </a:p>
        </p:txBody>
      </p:sp>
      <p:sp>
        <p:nvSpPr>
          <p:cNvPr id="19" name="Shape 9"/>
          <p:cNvSpPr/>
          <p:nvPr/>
        </p:nvSpPr>
        <p:spPr>
          <a:xfrm>
            <a:off x="661475" y="5176738"/>
            <a:ext cx="10868745" cy="973931"/>
          </a:xfrm>
          <a:prstGeom prst="roundRect">
            <a:avLst>
              <a:gd name="adj" fmla="val 7744"/>
            </a:avLst>
          </a:prstGeom>
          <a:solidFill>
            <a:srgbClr val="D5F6F1"/>
          </a:solidFill>
          <a:ln/>
        </p:spPr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957" y="5419229"/>
            <a:ext cx="224427" cy="179487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244867" y="5392142"/>
            <a:ext cx="1010587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Job — это точка контроля. Если тест упал, вы видите, какая именно задача выполнялась и какие команды были запущены.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140123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Логи выполнения Pipeline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1919784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запуск pipeline сохраняет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полную историю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последовательность команд, их вывод и сообщения об ошибках.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2784475"/>
            <a:ext cx="6903269" cy="254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633201" y="3069729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искать в логах?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3554016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Отсутствующие зависимости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Неправильная конфигурация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Ошибки настройки окружения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Сообщения самого теста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33201" y="5131991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Ошибка теста </a:t>
            </a:r>
            <a:r>
              <a:rPr lang="en-US" sz="145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всегда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означает проблему в коде — логи покажут настоящую причину.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526" y="0"/>
            <a:ext cx="1219170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554" y="2642096"/>
            <a:ext cx="1049113" cy="15737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787525"/>
            <a:ext cx="9649576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Артефакты в GitLab CI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61475" y="2548731"/>
            <a:ext cx="4748193" cy="968871"/>
          </a:xfrm>
          <a:prstGeom prst="roundRect">
            <a:avLst>
              <a:gd name="adj" fmla="val 737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7881" y="2725142"/>
            <a:ext cx="439538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📊</a:t>
            </a: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Отчёты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37881" y="3082627"/>
            <a:ext cx="439538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Количество успешных и упавших тестов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62758" y="2548731"/>
            <a:ext cx="4748292" cy="968871"/>
          </a:xfrm>
          <a:prstGeom prst="roundRect">
            <a:avLst>
              <a:gd name="adj" fmla="val 737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39165" y="2725142"/>
            <a:ext cx="439547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📸</a:t>
            </a: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Скриншоты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739165" y="3082627"/>
            <a:ext cx="439547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Снимки экрана в момент ошибки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3670697"/>
            <a:ext cx="4748193" cy="968871"/>
          </a:xfrm>
          <a:prstGeom prst="roundRect">
            <a:avLst>
              <a:gd name="adj" fmla="val 737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7881" y="3847108"/>
            <a:ext cx="439538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📋</a:t>
            </a: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Логи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37881" y="4204593"/>
            <a:ext cx="439538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Детальный вывод выполнения тестов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562758" y="3670697"/>
            <a:ext cx="4748292" cy="968871"/>
          </a:xfrm>
          <a:prstGeom prst="roundRect">
            <a:avLst>
              <a:gd name="adj" fmla="val 737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39165" y="3847108"/>
            <a:ext cx="439547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📦</a:t>
            </a: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Сборки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739165" y="4204593"/>
            <a:ext cx="439547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Файлы приложения для дальнейшего анализа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1475" y="4811812"/>
            <a:ext cx="1025916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Артефакты сохраняются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после завершения pipeline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их можно скачать и изучить в любой момент.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Переменные окружения в GitLab CI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11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2682875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хранят переменные?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09659" y="3101677"/>
            <a:ext cx="5226911" cy="1194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Адреса серверов и баз данных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Параметры подключения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Ключи доступа и токены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Настройки тестирования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09659" y="4434384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и тот же набор тестов адаптируется к разным условиям —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без изменения кода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6878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Запуск автоматических тестов через GitLab CI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722563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это работает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33360" y="3206849"/>
            <a:ext cx="2917851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Разработчик отправляет изменения в репозиторий — pipeline запускается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автоматически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Если проверки прошли, команда получает подтверждение, что ничего не сломалось.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18719" y="2722563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меняется для тестировщика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18719" y="3502124"/>
            <a:ext cx="2917851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Переход от ручного запуска отдельных проверок к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встроенному процессу контроля качества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Автоматизация становится частью ежедневной работы, а не отдельной задачей.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857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Интеграция ручного и автоматизированного тестирования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67893"/>
            <a:ext cx="10868745" cy="1838821"/>
          </a:xfrm>
          <a:prstGeom prst="roundRect">
            <a:avLst>
              <a:gd name="adj" fmla="val 431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674243"/>
            <a:ext cx="5428023" cy="1826121"/>
          </a:xfrm>
          <a:custGeom>
            <a:avLst/>
            <a:gdLst/>
            <a:ahLst/>
            <a:cxnLst/>
            <a:rect l="l" t="t" r="r" b="b"/>
            <a:pathLst>
              <a:path w="5428023" h="1826121">
                <a:moveTo>
                  <a:pt x="66156" y="0"/>
                </a:moveTo>
                <a:lnTo>
                  <a:pt x="5428023" y="0"/>
                </a:lnTo>
                <a:lnTo>
                  <a:pt x="5428023" y="1826121"/>
                </a:lnTo>
                <a:lnTo>
                  <a:pt x="66156" y="1826121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2863255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🤖</a:t>
            </a: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GitLab CI выполняет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271937"/>
            <a:ext cx="505000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Повторяющиеся регрессионные сценарии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Стабильные проверки при каждом коммите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Быстрый контроль без участия человека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2674243"/>
            <a:ext cx="5428023" cy="1826121"/>
          </a:xfrm>
          <a:custGeom>
            <a:avLst/>
            <a:gdLst/>
            <a:ahLst/>
            <a:cxnLst/>
            <a:rect l="l" t="t" r="r" b="b"/>
            <a:pathLst>
              <a:path w="5428023" h="1826121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1759963"/>
                </a:lnTo>
                <a:arcTo wR="66156" hR="66158" stAng="0" swAng="5400000"/>
                <a:lnTo>
                  <a:pt x="0" y="1826121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2674243"/>
            <a:ext cx="25399" cy="1826121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9" name="Text 7"/>
          <p:cNvSpPr/>
          <p:nvPr/>
        </p:nvSpPr>
        <p:spPr>
          <a:xfrm>
            <a:off x="6284854" y="2863255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👤</a:t>
            </a: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Тестировщик выполняет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84854" y="3271937"/>
            <a:ext cx="505000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Анализ поведения системы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Проверку новых и нестандартных функций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Оценку удобства и пользовательского опыта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44936" y="4931966"/>
            <a:ext cx="105852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GitLab CI — инструмент поддержки. Он берёт на себя стабильные проверки, освобождая время специалиста для сложного анализа.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719340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27B29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317228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Контроль качества через GitLab CI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687538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Каждое изменение проходит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одинаковую последовательность проверок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Проблемы обнаруживаются сразу, а не перед самым выпуском.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854648"/>
            <a:ext cx="6903269" cy="254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633201" y="4139902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это даёт команде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624189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Качество — часть процесса, а не финальный этап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Результаты сохраняются и доступны всем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Объективная картина состояния проекта в любой момент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9389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2379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1980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Значение GitLab CI для работы тестировщика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198457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4251" y="201999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847608" y="2049463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Понимать, где запускаются проверки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847608" y="2458145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Знать структуру pipeline и роль каждого этапа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3360" y="313858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4251" y="317400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847608" y="320347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Уметь анализировать результаты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847608" y="3612158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Читать логи, изучать артефакты, находить причину ошибки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429260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4251" y="432802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847608" y="4357489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Видеть путь изменения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847608" y="4766171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 коммита разработчика до готовой версии продукта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233360" y="5281216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D5F6F1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67" y="5548908"/>
            <a:ext cx="236234" cy="1890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847608" y="5517455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GitLab CI связывает разработку, тестирование и выпуск. Это основа для работы с CI/CD и автоматизацией в целом.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527</Words>
  <Application>Microsoft Office PowerPoint</Application>
  <PresentationFormat>Широкоэкранный</PresentationFormat>
  <Paragraphs>87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Open Sans</vt:lpstr>
      <vt:lpstr>Montserrat Bold</vt:lpstr>
      <vt:lpstr>Arial</vt:lpstr>
      <vt:lpstr>Noto Color Emoji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2026-09-21T21:28:54Z</dcterms:created>
  <dcterms:modified xsi:type="dcterms:W3CDTF">2026-09-21T21:50:11Z</dcterms:modified>
</cp:coreProperties>
</file>