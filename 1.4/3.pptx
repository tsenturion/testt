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398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94052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GitLab как платформа разработки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405287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GitLab — это единое рабочее пространство для всей команды. Разработчики управляют кодом, отслеживают изменения, обсуждают задачи и автоматизируют процессы. Для тестировщика это означает, что вся информация о проекте находится в одном месте.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53355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Репозиторий как центр проекта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083891"/>
            <a:ext cx="2940969" cy="180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Репозиторий — единое хранилище всех файлов проекта и их полной истории. Здесь команда ведёт совместную работу, а тестировщик может изучить структуру приложения и понять, какие компоненты существуют.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4066084"/>
            <a:ext cx="2940969" cy="1653183"/>
          </a:xfrm>
          <a:prstGeom prst="roundRect">
            <a:avLst>
              <a:gd name="adj" fmla="val 4322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" y="4303316"/>
            <a:ext cx="212620" cy="170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14209" y="4246265"/>
            <a:ext cx="2218178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Репозиторий помогает определить, какие области системы требуют особого внимания при проверке.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023716" y="2118420"/>
            <a:ext cx="2940969" cy="1288752"/>
          </a:xfrm>
          <a:prstGeom prst="roundRect">
            <a:avLst>
              <a:gd name="adj" fmla="val 554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00122" y="2294830"/>
            <a:ext cx="258815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Структура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200122" y="2713633"/>
            <a:ext cx="2588156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Компоненты и архитектура приложения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023716" y="3560266"/>
            <a:ext cx="2940969" cy="1288752"/>
          </a:xfrm>
          <a:prstGeom prst="roundRect">
            <a:avLst>
              <a:gd name="adj" fmla="val 554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200122" y="3736677"/>
            <a:ext cx="258815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История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200122" y="4155480"/>
            <a:ext cx="2588156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 изменения с момента создания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023716" y="5002113"/>
            <a:ext cx="2940969" cy="1030188"/>
          </a:xfrm>
          <a:prstGeom prst="roundRect">
            <a:avLst>
              <a:gd name="adj" fmla="val 693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00122" y="5178524"/>
            <a:ext cx="258815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Состояние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4200122" y="5597327"/>
            <a:ext cx="2588156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Актуальная версия проекта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Ветки разработки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873673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Ветки позволяют команде работать над разными задачами одновременно, не нарушая стабильную версию приложения. Разработчик создаёт отдельную ветку для новой функции, вносит изменения, а затем объединяет их с основной версией.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 началом тестирования важно понимать,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какую именно версию проверять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разные ветки содержат разный набор функций.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15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Commit и отслеживание изменений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60" y="1610221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520162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История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47307" y="4520162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Коммит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14884" y="4520162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Изменение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61161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тестировщик обнаруживает ошибку, история commit помогает понять, какие части системы могли быть затронуты — это ключ к анализу дефектов и определению их причин.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40147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Merge Request как механизм проверки</a:t>
            </a:r>
            <a:endParaRPr lang="en-US" sz="3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18395"/>
            <a:ext cx="6296860" cy="13527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7954" y="2123281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Предложение изменений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967954" y="2506067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Разработчик предлагает добавить новый код в основную ветку проекта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441700"/>
            <a:ext cx="6296860" cy="13527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7954" y="3646587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Обсуждение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967954" y="4029373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изучает код, задаёт вопросы и убеждается в соответствии требованиям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965005"/>
            <a:ext cx="6296860" cy="13527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7954" y="5169892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Ценность для тестировщика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967954" y="5552678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Заранее видно, какие изменения готовятся и какие области системы потребуют проверки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997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Review и качество кода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888952"/>
            <a:ext cx="5013200" cy="178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 Review — это процесс, когда участники команды проверяют предложенные изменения до того, как они попадут в продукт. Они ищут ошибки, проверяют соответствие правилам и выявляют потенциальные риски.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продукта формируется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только через тестирование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Анализ кода до запуска приложения снижает количество дефектов и улучшает общее качество.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692" y="1460401"/>
            <a:ext cx="4643917" cy="46440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72902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Issues для управления работой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1371005"/>
            <a:ext cx="2975496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Issues в GitLab — инструмент для управления задачами и отслеживания проблем. Здесь описываются новые функции, обнаруженные дефекты и другие задачи. Вся информация хранится рядом с кодом.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561074" y="1394916"/>
            <a:ext cx="2975496" cy="1552178"/>
          </a:xfrm>
          <a:prstGeom prst="roundRect">
            <a:avLst>
              <a:gd name="adj" fmla="val 383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09105" y="1542951"/>
            <a:ext cx="425241" cy="425252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6081" y="1659830"/>
            <a:ext cx="191289" cy="1912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09105" y="2074466"/>
            <a:ext cx="26794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Дефекты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709105" y="2402185"/>
            <a:ext cx="267943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Фиксация и отслеживание найденных ошибок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561074" y="3053358"/>
            <a:ext cx="2975496" cy="1353741"/>
          </a:xfrm>
          <a:prstGeom prst="roundRect">
            <a:avLst>
              <a:gd name="adj" fmla="val 439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709105" y="3201392"/>
            <a:ext cx="425241" cy="425252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26081" y="3318272"/>
            <a:ext cx="191289" cy="1912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09105" y="3732907"/>
            <a:ext cx="26794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Статус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709105" y="4060627"/>
            <a:ext cx="2679435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Понимание, какие задачи в работе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561074" y="4513362"/>
            <a:ext cx="2975496" cy="1552178"/>
          </a:xfrm>
          <a:prstGeom prst="roundRect">
            <a:avLst>
              <a:gd name="adj" fmla="val 3836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709105" y="4661396"/>
            <a:ext cx="425241" cy="425252"/>
          </a:xfrm>
          <a:prstGeom prst="ellipse">
            <a:avLst/>
          </a:prstGeom>
          <a:solidFill>
            <a:srgbClr val="27B29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6081" y="4778276"/>
            <a:ext cx="191289" cy="1912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09105" y="5192911"/>
            <a:ext cx="26794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Контекст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709105" y="5520630"/>
            <a:ext cx="267943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Информация об исправлениях и их ходе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GitLab CI — автоматизация процессов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13819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GitLab CI позволяет автоматизировать действия, которые выполняются при каждом изменении кода. После отправки изменений система самостоятельно запускает настроенные проверки и выполняет необходимые операции.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036120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32921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253409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тестировщика GitLab CI — это место, где автоматические проверки становятся частью общего процесса разработки.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87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Конфигурация CI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89" y="2355453"/>
            <a:ext cx="5090191" cy="3021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44336" y="4675801"/>
            <a:ext cx="1265302" cy="243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Порядок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2949709" y="4675801"/>
            <a:ext cx="1265302" cy="243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29083" y="4675801"/>
            <a:ext cx="1265302" cy="243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99202" y="2420045"/>
            <a:ext cx="4637269" cy="2891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Работа GitLab CI описывается в специальном файле конфигурации. Он указывает, какие действия должна выполнить система, в какой последовательности и при каких условиях.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Тестировщику не нужно создавать такие файлы самостоятельно — но важно понимать их назначение: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конфигурация определяет, какие проверки выполняются автоматически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когда команда получает результаты.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449" y="492522"/>
            <a:ext cx="4404607" cy="58729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3265"/>
            <a:ext cx="6296860" cy="1570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Pipeline как последовательность проверок</a:t>
            </a:r>
            <a:endParaRPr lang="en-US" sz="3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355850"/>
            <a:ext cx="837286" cy="10046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47089" y="2523232"/>
            <a:ext cx="5311245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Событие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647089" y="2873871"/>
            <a:ext cx="5311245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Разработчик отправляет изменения в проект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360539"/>
            <a:ext cx="837286" cy="10046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47089" y="3527921"/>
            <a:ext cx="5311245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Этапы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647089" y="3878560"/>
            <a:ext cx="5311245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выполняет все настроенные операции по порядку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365228"/>
            <a:ext cx="837286" cy="10046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47089" y="4532610"/>
            <a:ext cx="5311245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647089" y="4883249"/>
            <a:ext cx="5311245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сразу получает информацию об ошибках или успехе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61475" y="5536803"/>
            <a:ext cx="6296860" cy="757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Pipeline — связующее звено между изменением кода и проверкой качества. Он показывает, где выполняются проверки и как результаты влияют на дальнейшее движение изменений.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</Words>
  <Application>Microsoft Office PowerPoint</Application>
  <PresentationFormat>Широкоэкранный</PresentationFormat>
  <Paragraphs>64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Arial</vt:lpstr>
      <vt:lpstr>Montserrat Bold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2026-09-21T21:27:38Z</dcterms:created>
  <dcterms:modified xsi:type="dcterms:W3CDTF">2026-09-21T21:49:58Z</dcterms:modified>
</cp:coreProperties>
</file>