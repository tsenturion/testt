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1728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522909"/>
            <a:ext cx="2858917" cy="3812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09399" y="637877"/>
            <a:ext cx="7820822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Понятие Jenkins в процессе разработки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3709399" y="2102644"/>
            <a:ext cx="782082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Jenkins — инструмент автоматизации, который встраивает проверку качества прямо в ежедневный цикл разработки. Вместо ручного запуска сборок и тестов команда настраивает процессы, срабатывающие автоматически по заданным правилам.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3709399" y="3524945"/>
            <a:ext cx="3815858" cy="1404243"/>
          </a:xfrm>
          <a:prstGeom prst="roundRect">
            <a:avLst>
              <a:gd name="adj" fmla="val 565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04755" y="3720306"/>
            <a:ext cx="34251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Меньше ручного труда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3904755" y="4128988"/>
            <a:ext cx="342514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Рутинные операции выполняются без участия человека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714263" y="3524945"/>
            <a:ext cx="3815957" cy="1404243"/>
          </a:xfrm>
          <a:prstGeom prst="roundRect">
            <a:avLst>
              <a:gd name="adj" fmla="val 565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09620" y="3720306"/>
            <a:ext cx="34252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Тестирование в процессе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909620" y="4128988"/>
            <a:ext cx="342524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Проверки встроены в каждый шаг разработки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3709399" y="5118199"/>
            <a:ext cx="7820822" cy="1101824"/>
          </a:xfrm>
          <a:prstGeom prst="roundRect">
            <a:avLst>
              <a:gd name="adj" fmla="val 720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04755" y="5313561"/>
            <a:ext cx="743010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Состояние в реальном времени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3904755" y="5722243"/>
            <a:ext cx="743010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Команда видит статус проекта сразу после изменений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86445"/>
            <a:ext cx="2133150" cy="287139"/>
          </a:xfrm>
          <a:prstGeom prst="roundRect">
            <a:avLst>
              <a:gd name="adj" fmla="val 22118"/>
            </a:avLst>
          </a:prstGeom>
          <a:solidFill>
            <a:srgbClr val="D5F6F1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143099"/>
            <a:ext cx="251592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ИСТОРИЯ И НАЗНАЧЕНИЕ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449189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 инструмента сборки — к платформе автоматизации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913955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Jenkins прошёл путь от простого средства сборки до универсальной платформы, управляющей всеми этапами разработки — от компиляции кода до запуска проверок.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731419"/>
            <a:ext cx="3496877" cy="20400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7479" y="394583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 тестирует сам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77479" y="4354513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Jenkins организует процесс, а не заменяет тестовые инструменты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3731419"/>
            <a:ext cx="3496877" cy="20400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363" y="3945830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Оркестрирует инструменты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663363" y="4649788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Нужные утилиты запускаются автоматически в нужный момент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3731419"/>
            <a:ext cx="3496877" cy="204003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49247" y="3945830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Быстрая обратная связь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349247" y="4649788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Команда получает результат сразу после каждого изменения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522909"/>
            <a:ext cx="2858917" cy="3812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09399" y="691952"/>
            <a:ext cx="7820822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Jenkins как сервер автоматизации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3709399" y="2156718"/>
            <a:ext cx="78208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Сервер Jenkins отслеживает события в проекте и запускает настроенные задачи. Он выступает управляющим элементом — не заменяет тестировщика, а обеспечивает автоматическое выполнение предопределённых проверок.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09399" y="3276600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18100" y="3276600"/>
            <a:ext cx="71121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Отслеживает события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418100" y="3685282"/>
            <a:ext cx="71121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Реагирует на изменения в проекте без ручного вмешательства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09399" y="4365724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418100" y="4365724"/>
            <a:ext cx="71121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Выполняет последовательность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4418100" y="4774406"/>
            <a:ext cx="71121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Запускает действия в заданном порядке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09399" y="545484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418100" y="5454848"/>
            <a:ext cx="71121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Сообщает результаты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4418100" y="5863530"/>
            <a:ext cx="71121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Предоставляет команде информацию о каждом шаге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224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Связь с системой контроля версий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91085"/>
            <a:ext cx="10868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Jenkins интегрируется с репозиториями кода и автоматически реагирует на изменения. Когда разработчик добавляет новый код, система самостоятельно запускает настроенный процесс проверки — без ручного вмешательства.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610967"/>
            <a:ext cx="3622882" cy="7560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482" y="4556026"/>
            <a:ext cx="324486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Изменение в репозитории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3610967"/>
            <a:ext cx="3622882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73364" y="4556026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Jenkins реагирует</a:t>
            </a:r>
            <a:endParaRPr lang="en-US" sz="1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3610967"/>
            <a:ext cx="3622882" cy="75604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96246" y="4556026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Проверки запущены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8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Pipeline в Jenkins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4850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Pipeline — это последовательность действий для обработки изменения в проекте. Каждый этап имеет своё назначение: подготовка среды, выполнение команд, запуск проверок, получение результата.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635" y="2365970"/>
            <a:ext cx="7744425" cy="33971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0655" y="4644093"/>
            <a:ext cx="1170445" cy="419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Выполнение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0655" y="5122855"/>
            <a:ext cx="1170445" cy="33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Запуск сборки и команд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88882" y="4853668"/>
            <a:ext cx="1170445" cy="209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Результат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88882" y="5122855"/>
            <a:ext cx="1170445" cy="335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Сбор отчетов и артефактов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752523" y="2671297"/>
            <a:ext cx="1170445" cy="2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Подготовка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752523" y="2940484"/>
            <a:ext cx="1170445" cy="335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Настройка среды и зависимостей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55848" y="2671297"/>
            <a:ext cx="1170445" cy="2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Проверки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55848" y="2940484"/>
            <a:ext cx="1170445" cy="335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Запуск тестов и статики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61475" y="597574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Такая структура позволяет точно определить, на каком шаге возникла проблема, и ускорить её устранение.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736005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1189236"/>
            <a:ext cx="1463341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27B29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746605" y="1245890"/>
            <a:ext cx="184611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B2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КОНФИГУРАЦИЯ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1551980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Jenkinsfile как описание процесса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4633201" y="2922290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Jenkinsfile — файл конфигурации, который описывает правила выполнения pipeline. Он хранится вместе с исходным кодом и определяет, какие действия и команды должны быть выполнены.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1475" y="466556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2365" y="470098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75723" y="473045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Описывает все этапы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275723" y="5139134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Полная последовательность шагов зафиксирована в одном файле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363135" y="466556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34025" y="470098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977383" y="4730452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Определяет условия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4977383" y="5139134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Указывает, когда и как выполняются действия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064794" y="4665563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5684" y="470098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679042" y="4730452"/>
            <a:ext cx="2851178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Показывает встроенные проверки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8679042" y="5729684"/>
            <a:ext cx="285117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видит, какие тесты включены в процесс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8768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Этапы выполнения в Jenkins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61803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Pipeline разделяется на отдельные этапы, каждый из которых отвечает за конкретную задачу. Такое разделение позволяет контролировать результат каждого шага и быстро определить место возникновения ошибки.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179266"/>
            <a:ext cx="10868745" cy="2190948"/>
          </a:xfrm>
          <a:prstGeom prst="roundRect">
            <a:avLst>
              <a:gd name="adj" fmla="val 362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3185616"/>
            <a:ext cx="5428023" cy="1089124"/>
          </a:xfrm>
          <a:custGeom>
            <a:avLst/>
            <a:gdLst/>
            <a:ahLst/>
            <a:cxnLst/>
            <a:rect l="l" t="t" r="r" b="b"/>
            <a:pathLst>
              <a:path w="5428023" h="1089124">
                <a:moveTo>
                  <a:pt x="66156" y="0"/>
                </a:moveTo>
                <a:lnTo>
                  <a:pt x="5428023" y="0"/>
                </a:lnTo>
                <a:lnTo>
                  <a:pt x="5428023" y="1089124"/>
                </a:lnTo>
                <a:lnTo>
                  <a:pt x="0" y="1089124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6" name="Text 4"/>
          <p:cNvSpPr/>
          <p:nvPr/>
        </p:nvSpPr>
        <p:spPr>
          <a:xfrm>
            <a:off x="856832" y="3374628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Подготовка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3783310"/>
            <a:ext cx="50500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Сборка и настройка проекта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5848" y="3185616"/>
            <a:ext cx="5428023" cy="1089124"/>
          </a:xfrm>
          <a:custGeom>
            <a:avLst/>
            <a:gdLst/>
            <a:ahLst/>
            <a:cxnLst/>
            <a:rect l="l" t="t" r="r" b="b"/>
            <a:pathLst>
              <a:path w="5428023" h="1089124">
                <a:moveTo>
                  <a:pt x="0" y="0"/>
                </a:moveTo>
                <a:lnTo>
                  <a:pt x="5361866" y="0"/>
                </a:lnTo>
                <a:arcTo wR="66156" hR="66158" stAng="16200000" swAng="5400000"/>
                <a:lnTo>
                  <a:pt x="5428023" y="1089124"/>
                </a:lnTo>
                <a:lnTo>
                  <a:pt x="0" y="1089124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3185616"/>
            <a:ext cx="25399" cy="1089124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10" name="Text 8"/>
          <p:cNvSpPr/>
          <p:nvPr/>
        </p:nvSpPr>
        <p:spPr>
          <a:xfrm>
            <a:off x="6284854" y="3374628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Проверки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284854" y="3783310"/>
            <a:ext cx="50500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Выполнение автоматических тестов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7825" y="4274741"/>
            <a:ext cx="5428023" cy="1089124"/>
          </a:xfrm>
          <a:custGeom>
            <a:avLst/>
            <a:gdLst/>
            <a:ahLst/>
            <a:cxnLst/>
            <a:rect l="l" t="t" r="r" b="b"/>
            <a:pathLst>
              <a:path w="5428023" h="1089124">
                <a:moveTo>
                  <a:pt x="0" y="0"/>
                </a:moveTo>
                <a:lnTo>
                  <a:pt x="5428023" y="0"/>
                </a:lnTo>
                <a:lnTo>
                  <a:pt x="5428023" y="1089124"/>
                </a:lnTo>
                <a:lnTo>
                  <a:pt x="66156" y="1089124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825" y="4274741"/>
            <a:ext cx="5428023" cy="2540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4" name="Text 12"/>
          <p:cNvSpPr/>
          <p:nvPr/>
        </p:nvSpPr>
        <p:spPr>
          <a:xfrm>
            <a:off x="856832" y="4463752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Результаты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56832" y="4872434"/>
            <a:ext cx="50500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Формирование отчётов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095848" y="4274741"/>
            <a:ext cx="5428023" cy="1089124"/>
          </a:xfrm>
          <a:custGeom>
            <a:avLst/>
            <a:gdLst/>
            <a:ahLst/>
            <a:cxnLst/>
            <a:rect l="l" t="t" r="r" b="b"/>
            <a:pathLst>
              <a:path w="5428023" h="1089124">
                <a:moveTo>
                  <a:pt x="0" y="0"/>
                </a:moveTo>
                <a:lnTo>
                  <a:pt x="5428023" y="0"/>
                </a:lnTo>
                <a:lnTo>
                  <a:pt x="5428023" y="1022966"/>
                </a:lnTo>
                <a:arcTo wR="66156" hR="66158" stAng="0" swAng="5400000"/>
                <a:lnTo>
                  <a:pt x="0" y="1089124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4274741"/>
            <a:ext cx="25399" cy="1089124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48" y="4274741"/>
            <a:ext cx="5428023" cy="2540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9" name="Text 17"/>
          <p:cNvSpPr/>
          <p:nvPr/>
        </p:nvSpPr>
        <p:spPr>
          <a:xfrm>
            <a:off x="6284854" y="4463752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Уведомление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284854" y="4872434"/>
            <a:ext cx="50500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Информирование команды об ошибках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29457"/>
            <a:ext cx="2155672" cy="287139"/>
          </a:xfrm>
          <a:prstGeom prst="roundRect">
            <a:avLst>
              <a:gd name="adj" fmla="val 22118"/>
            </a:avLst>
          </a:prstGeom>
          <a:solidFill>
            <a:srgbClr val="D5F6F1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586111"/>
            <a:ext cx="253844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АВТОМАТИЗАЦИЯ ТЕСТОВ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89220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Jenkins и автоматические тесты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76631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Автоматический запуск тестов — одно из ключевых применений Jenkins. После определённого события система выполняет подготовленный набор проверок, контролирующих работоспособность приложения.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583781"/>
            <a:ext cx="3496877" cy="1744762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25399">
            <a:solidFill>
              <a:srgbClr val="BBDC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5881" y="3798193"/>
            <a:ext cx="30680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Запуск после изменений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75881" y="4502150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Тесты стартуют автоматически при каждом обновлении кода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7359" y="3583781"/>
            <a:ext cx="3496877" cy="1744762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25399">
            <a:solidFill>
              <a:srgbClr val="BBDC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1766" y="3798193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Качество тестов важно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561766" y="4206875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Автоматизация усиливает хорошие тесты и обнажает слабые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33244" y="3583781"/>
            <a:ext cx="3496877" cy="1744762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25399">
            <a:solidFill>
              <a:srgbClr val="BBDC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650" y="3798193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Свобода от рутины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247650" y="4206875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сосредотачивается на сложных задачах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3027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Анализ результатов выполнения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98948"/>
            <a:ext cx="10868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завершения pipeline Jenkins сохраняет информацию о каждом этапе. Команда может изучить, где возникла ошибка и какие сообщения были получены. Причина может быть в коде, настройках среды или конфигурации автоматизации.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075" y="3793430"/>
            <a:ext cx="3490825" cy="13595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1281" y="3818830"/>
            <a:ext cx="32256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Сохраняет результаты каждого этапа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01281" y="4522788"/>
            <a:ext cx="32256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Полная история выполнения доступна для анализа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7735" y="3793430"/>
            <a:ext cx="3490825" cy="13595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02940" y="3818830"/>
            <a:ext cx="32256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Помогает определить причину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602940" y="4522788"/>
            <a:ext cx="32256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Логи и статусы указывают на конкретный шаг с ошибкой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9395" y="3793430"/>
            <a:ext cx="3490825" cy="13595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04600" y="3818830"/>
            <a:ext cx="32256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Требует правильной интерпретации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304600" y="4522788"/>
            <a:ext cx="32256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должен уметь читать и понимать результаты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771" y="0"/>
            <a:ext cx="3047924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737" y="1520924"/>
            <a:ext cx="2861893" cy="3816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51458"/>
            <a:ext cx="7820822" cy="1162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Значение Jenkins для тестировщика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61475" y="1989038"/>
            <a:ext cx="7820822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Jenkins показывает, как тестирование встраивается в общий процесс разработки. Современный тестировщик должен понимать не только методы проверки, но и инструменты автоматизации — это позволяет видеть полный путь изменения продукта.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376116"/>
            <a:ext cx="3818834" cy="166657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53855" y="3568502"/>
            <a:ext cx="3434073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Тестирование — часть разработки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853855" y="4259759"/>
            <a:ext cx="343407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Проверки встроены в каждый цикл, а не выполняются отдельно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3462" y="3376116"/>
            <a:ext cx="3818834" cy="166657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55843" y="3568502"/>
            <a:ext cx="343407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Качество в автоматизации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4855843" y="3969048"/>
            <a:ext cx="343407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Контроль качества становится непрерывным и системным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5225852"/>
            <a:ext cx="7820822" cy="108059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53855" y="5418237"/>
            <a:ext cx="7436061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Понимание CI/CD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853855" y="5818783"/>
            <a:ext cx="743606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видит инфраструктуру и своё место в ней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618</Words>
  <Application>Microsoft Office PowerPoint</Application>
  <PresentationFormat>Широкоэкранный</PresentationFormat>
  <Paragraphs>98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Open Sans</vt:lpstr>
      <vt:lpstr>Montserrat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2026-09-21T21:30:41Z</dcterms:created>
  <dcterms:modified xsi:type="dcterms:W3CDTF">2026-09-21T21:50:41Z</dcterms:modified>
</cp:coreProperties>
</file>