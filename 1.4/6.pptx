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8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70880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Jenkins Agent и распределение выполнения задач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995315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сервер Jenkins не всегда справляется со всеми операциями. Для масштабирования используются дополнительные исполнители —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Agents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10928" y="3684687"/>
            <a:ext cx="3185834" cy="2002433"/>
          </a:xfrm>
          <a:prstGeom prst="roundRect">
            <a:avLst>
              <a:gd name="adj" fmla="val 6117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5280984" y="3837781"/>
            <a:ext cx="28457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Controller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280984" y="4256584"/>
            <a:ext cx="28457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Управляет процессами, хранит конфигурации и информацию о заданиях. Это «мозг» системы.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95601" y="3837781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Agent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95601" y="4256584"/>
            <a:ext cx="2940969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Получает задачи от Controller и выполняет их в своей среде. Разные окружения могут давать разные результаты — это важно учитывать при анализе ошибок.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697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Jenkins Job как задача автоматизации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909266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— это описание конкретной автоматизированной операции. Каждая Job имеет собственные настройки и может запускаться вручную или автоматически.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661345"/>
            <a:ext cx="3509180" cy="2023864"/>
          </a:xfrm>
          <a:prstGeom prst="roundRect">
            <a:avLst>
              <a:gd name="adj" fmla="val 372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307" y="2847181"/>
            <a:ext cx="538645" cy="538659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437" y="2995216"/>
            <a:ext cx="242385" cy="2423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307" y="3556397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Сборка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3939183"/>
            <a:ext cx="31375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Компиляция и подготовка приложения к запуску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1208" y="2661345"/>
            <a:ext cx="3509180" cy="2023864"/>
          </a:xfrm>
          <a:prstGeom prst="roundRect">
            <a:avLst>
              <a:gd name="adj" fmla="val 372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7040" y="2847181"/>
            <a:ext cx="538645" cy="538659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5170" y="2995216"/>
            <a:ext cx="242385" cy="2423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7040" y="3556397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527040" y="3939183"/>
            <a:ext cx="31375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автоматических проверок и сценариев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20941" y="2661345"/>
            <a:ext cx="3509180" cy="2023864"/>
          </a:xfrm>
          <a:prstGeom prst="roundRect">
            <a:avLst>
              <a:gd name="adj" fmla="val 372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06773" y="2847181"/>
            <a:ext cx="538645" cy="538659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4903" y="2995216"/>
            <a:ext cx="242385" cy="2423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06773" y="3556397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Отчётность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206773" y="3939183"/>
            <a:ext cx="31375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Подготовка и публикация результатов выполнения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61475" y="4877098"/>
            <a:ext cx="10868745" cy="973931"/>
          </a:xfrm>
          <a:prstGeom prst="roundRect">
            <a:avLst>
              <a:gd name="adj" fmla="val 7744"/>
            </a:avLst>
          </a:prstGeom>
          <a:solidFill>
            <a:srgbClr val="D5F6F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57" y="5119588"/>
            <a:ext cx="224427" cy="1794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44867" y="5092502"/>
            <a:ext cx="1010587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важно понимать, какие процессы происходят внутри CI/CD и какой результат получила каждая задача.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72927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Триггеры запуска Jenkins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579761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Триггеры определяют,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когда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начинается выполнение процесса — это механизм автоматизации без ручного вмешательства.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208808"/>
            <a:ext cx="6296860" cy="11677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9239" y="238849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 изменению кода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89239" y="2721372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отслеживает репозиторий и запускает pipeline сразу после появления новых коммитов.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513038"/>
            <a:ext cx="6296860" cy="1167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9239" y="369272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 расписанию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489239" y="4025602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Задачи выполняются в заданное время — например, ночные прогоны регрессионных тестов.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817269"/>
            <a:ext cx="6296860" cy="11677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9239" y="4996954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Быстрая обратная связь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489239" y="5329833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узнаёт о проблемах практически сразу, не дожидаясь ручного запуска.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74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Интеграция Jenkins с Git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537196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667298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это работает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617029" y="3086100"/>
            <a:ext cx="691944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подключается к системе контроля версий и отслеживает состояние проекта в реальном времени.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5062537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5221" y="509438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97243" y="5120977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Загрузка изменений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97243" y="5478462"/>
            <a:ext cx="29596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появления новых коммитов Jenkins автоматически получает обновлённую версию кода.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8153" y="5062537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11899" y="509438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83921" y="5120977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Запуск действий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883921" y="5478462"/>
            <a:ext cx="29596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Настроенные шаги выполняются без участия разработчика или тестировщика.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34831" y="5062537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8577" y="509438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570599" y="5120977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качества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570599" y="5478462"/>
            <a:ext cx="29596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Новая версия ПО проходит проверки практически сразу после внесения изменений.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5" y="1649819"/>
            <a:ext cx="5564933" cy="556507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4074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Окружения выполнения в Jenkins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43038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Автоматические процессы выполняются в определённом окружении — с конкретной ОС, инструментами и зависимостями. Это напрямую влияет на результаты тестов.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321267" y="302547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окружение важно?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321267" y="3476526"/>
            <a:ext cx="521530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и тот же тест может дать разный результат в зависимости от того, где он запущен. Локальная машина разработчика и сервер Jenkins — это разные среды.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1267" y="4508698"/>
            <a:ext cx="5215303" cy="956866"/>
          </a:xfrm>
          <a:prstGeom prst="roundRect">
            <a:avLst>
              <a:gd name="adj" fmla="val 7882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749" y="4776589"/>
            <a:ext cx="224427" cy="179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4659" y="4707037"/>
            <a:ext cx="445242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анализе ошибок всегда уточняйте, в каком окружении выполнялась проверка.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33847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Docker и Jenkins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1750913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Контейнеры Docker создают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одинаковые условия выполнения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всех участников команды, устраняя проблему «у меня работает».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2502991"/>
            <a:ext cx="6296860" cy="3421162"/>
          </a:xfrm>
          <a:prstGeom prst="roundRect">
            <a:avLst>
              <a:gd name="adj" fmla="val 220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509341"/>
            <a:ext cx="3142080" cy="2124373"/>
          </a:xfrm>
          <a:custGeom>
            <a:avLst/>
            <a:gdLst/>
            <a:ahLst/>
            <a:cxnLst/>
            <a:rect l="l" t="t" r="r" b="b"/>
            <a:pathLst>
              <a:path w="3142080" h="2124373">
                <a:moveTo>
                  <a:pt x="62849" y="0"/>
                </a:moveTo>
                <a:lnTo>
                  <a:pt x="3142080" y="0"/>
                </a:lnTo>
                <a:lnTo>
                  <a:pt x="3142080" y="2124373"/>
                </a:lnTo>
                <a:lnTo>
                  <a:pt x="0" y="2124373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38377" y="2679898"/>
            <a:ext cx="25450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Изоляция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38377" y="3062684"/>
            <a:ext cx="2545096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Среда с предустановленными компонентами, независимая от хост-машины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09905" y="2509341"/>
            <a:ext cx="3142080" cy="2124373"/>
          </a:xfrm>
          <a:custGeom>
            <a:avLst/>
            <a:gdLst/>
            <a:ahLst/>
            <a:cxnLst/>
            <a:rect l="l" t="t" r="r" b="b"/>
            <a:pathLst>
              <a:path w="3142080" h="2124373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2124373"/>
                </a:lnTo>
                <a:lnTo>
                  <a:pt x="0" y="2124373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509341"/>
            <a:ext cx="25399" cy="2124373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4236336" y="2679898"/>
            <a:ext cx="25450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Единообразие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236336" y="3062684"/>
            <a:ext cx="254509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Уменьшает расхождения между компьютерами разработчиков и CI-сервером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7825" y="4633714"/>
            <a:ext cx="6284160" cy="1284089"/>
          </a:xfrm>
          <a:custGeom>
            <a:avLst/>
            <a:gdLst/>
            <a:ahLst/>
            <a:cxnLst/>
            <a:rect l="l" t="t" r="r" b="b"/>
            <a:pathLst>
              <a:path w="6284160" h="1284089">
                <a:moveTo>
                  <a:pt x="0" y="0"/>
                </a:moveTo>
                <a:lnTo>
                  <a:pt x="6284160" y="0"/>
                </a:lnTo>
                <a:lnTo>
                  <a:pt x="6284160" y="1221239"/>
                </a:lnTo>
                <a:arcTo wR="62849" hR="62850" stAng="0" swAng="5400000"/>
                <a:lnTo>
                  <a:pt x="62849" y="1284089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63371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6" name="Text 13"/>
          <p:cNvSpPr/>
          <p:nvPr/>
        </p:nvSpPr>
        <p:spPr>
          <a:xfrm>
            <a:off x="838377" y="4804271"/>
            <a:ext cx="568717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Стабильность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838377" y="5187057"/>
            <a:ext cx="568717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Предсказуемое окружение напрямую влияет на достоверность результатов проверок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585477" y="3347045"/>
            <a:ext cx="448854" cy="448866"/>
          </a:xfrm>
          <a:prstGeom prst="roundRect">
            <a:avLst>
              <a:gd name="adj" fmla="val 16802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7691" y="3459163"/>
            <a:ext cx="224427" cy="2244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1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Отчёты о выполнении тестов в Jenkins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187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запуска проверок Jenkins сохраняет результаты и отображает статус — это основной инструмент тестировщика для оценки качества версии.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02379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✅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388372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Успешные тесты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29240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пройденных проверок в текущей сборке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63135" y="302379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❌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4363135" y="388372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Упавшие тесты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363135" y="429240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Проверки, завершившиеся ошибкой — требуют анализа причин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64794" y="302379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📈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8064794" y="388372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Динамика качества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064794" y="429240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Отслеживание тенденций по нескольким сборкам подряд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510986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Анализ отчётов помогает определить причины ошибок и выбрать дальнейшие действия — эскалировать дефект или исследовать инфраструктуру.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352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Jenkins и ручное тестирование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0977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Два подхода — одна цель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8851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 не заменяет ручное тестирование. Это взаимодополняющие методы контроля качества.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103563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5F6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371255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3339802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достигается сочетанием обоих методов, а не выбором одного из них.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072136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5881" y="4286548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Автоматизация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75881" y="4695230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Эффективна для повторяющихся сценариев и регрессии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90301" y="4072136"/>
            <a:ext cx="5339919" cy="144234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4708" y="4286548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Ручное тестирование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404708" y="4695230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Анализ продукта с точки зрения реального пользователя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865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Управление ошибками в Jenkins Pipeline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34294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pipeline завершается неуспешно, задача тестировщика — определить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источник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проблемы, а не просто зафиксировать красный статус.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519" y="1652290"/>
            <a:ext cx="7056658" cy="37377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44521" y="4323664"/>
            <a:ext cx="1744765" cy="218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Красный статус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420449" y="4603803"/>
            <a:ext cx="1868837" cy="305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Фиксация неуспеха и сбор базовой информации.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62124" y="2132961"/>
            <a:ext cx="1744765" cy="218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логов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738052" y="2413099"/>
            <a:ext cx="1868837" cy="305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Просмотр вывода pipeline и ошибок тестов.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925488" y="1914859"/>
            <a:ext cx="1868837" cy="43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Определение этапа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25488" y="2413099"/>
            <a:ext cx="1868837" cy="305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Уточнить, на каком шаге произошёл сбой.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4621" y="4323786"/>
            <a:ext cx="1868837" cy="43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Источник проблемы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584621" y="4822025"/>
            <a:ext cx="1868837" cy="458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Код, тесты, Jenkins-настройки или внешние зависимости.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1475" y="5509617"/>
            <a:ext cx="10868745" cy="669627"/>
          </a:xfrm>
          <a:prstGeom prst="roundRect">
            <a:avLst>
              <a:gd name="adj" fmla="val 8892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56" y="5666978"/>
            <a:ext cx="177200" cy="1416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22037" y="5651302"/>
            <a:ext cx="1026650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Красный статус — не всегда дефект продукта. Причиной может быть нестабильное окружение, сетевая ошибка или неверная конфигурация Jenkins.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05570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Jenkins в современной культуре разработки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114451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— инструмент перехода от ручного управления к автоматизированной разработке. Он формирует стабильный процесс, в котором качество встроено на каждом этапе.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699" y="2986137"/>
            <a:ext cx="240996" cy="2410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3551" y="2981226"/>
            <a:ext cx="5774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Стабильный процесс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183551" y="3314105"/>
            <a:ext cx="57747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изменение проходит определённый набор проверок перед попаданием в продукт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699" y="4067522"/>
            <a:ext cx="240996" cy="2410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3551" y="4062611"/>
            <a:ext cx="5774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Качество внутри процесса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183551" y="4395490"/>
            <a:ext cx="57747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Современный контроль качества формируется не после разработки, а в ходе неё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699" y="5148907"/>
            <a:ext cx="240996" cy="2410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3551" y="5143996"/>
            <a:ext cx="5774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тестировщика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183551" y="5476875"/>
            <a:ext cx="57747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Понимать, где запускаются проверки, как читать результаты и как анализировать сбои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658</Words>
  <Application>Microsoft Office PowerPoint</Application>
  <PresentationFormat>Широкоэкранный</PresentationFormat>
  <Paragraphs>97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Montserrat Bold</vt:lpstr>
      <vt:lpstr>Arial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3</cp:revision>
  <dcterms:created xsi:type="dcterms:W3CDTF">2026-09-21T21:33:42Z</dcterms:created>
  <dcterms:modified xsi:type="dcterms:W3CDTF">2026-09-24T11:21:51Z</dcterms:modified>
</cp:coreProperties>
</file>