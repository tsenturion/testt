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98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78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Сущность usability-тестирования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02644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того, насколько легко пользователь понимает интерфейс и выполняет задачу — фокус на взаимодействии человека с программой, а не только на технической работоспособности.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524945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8717" y="372030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Долгий поиск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4128988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не может найти нужную функцию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3524945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71601" y="3720306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 назад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71601" y="4128988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Повторное посещение предыдущих экранов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511819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8717" y="531356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Ошибочные клики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28717" y="572224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Нажатие не на те элементы интерфейса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634034"/>
            <a:ext cx="1115885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690688"/>
            <a:ext cx="14986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99677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Эффективность выполнения задачи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36708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должен достичь результата без лишних препятствий. Оценивается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путь к результату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количество элементов интерфейса.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18455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477643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40184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Множество экранов и повторное введение данных снижают эффективность и раздражают пользователя.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3984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Понятность интерфейса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25191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141736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взаимодействия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61475" y="2499221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должен определить назначение элемента ещё до того, как нажмёт на него.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22538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939084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Однозначные названия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61475" y="4296569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Кнопки и ссылки должны говорить сами за себя — без двусмысленности.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61322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5477867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Для новых пользователей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61475" y="5835352"/>
            <a:ext cx="62968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важна для тех, кто не прошёл длительного обучения.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91370"/>
            <a:ext cx="111588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7B2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48023"/>
            <a:ext cx="14986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54113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Предсказуемость поведения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24423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элементов должно соответствовать ожиданиям пользователя. Единообразие — ключ к доверию: одинаковые действия должны работать одинаково во всей системе.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Стабильная логика снижает время освоения и вероятность ошибок.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014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Обратная связь от системы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8395"/>
            <a:ext cx="629686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9840" y="2123281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Показать результат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39840" y="2506067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каждого действия пользователя система должна явно показать, что произошло.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700"/>
            <a:ext cx="629686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39840" y="3646587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Соразмерность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39840" y="4029373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Обратная связь должна соответствовать значимости операции — не перегружать и не замалчивать.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65005"/>
            <a:ext cx="629686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39840" y="516989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Полезные ошибки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39840" y="5552678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Сообщения об ошибках должны объяснять проблему и предлагать конкретное решение.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61530"/>
            <a:ext cx="1115885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818184"/>
            <a:ext cx="14986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 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124273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Предотвращение пользовательских ошибок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4945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Интерфейс должен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уменьшать вероятность ошибки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только сообщать о ней после факта.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269482"/>
            <a:ext cx="6903269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Потенциально опасные действия должны быть явно обозначены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Подтверждения используются избирательно — чтобы пользователь их действительно читал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5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Восстановление после ошибки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10221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Возврат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Сохранено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116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не должна приводить к потере всей проделанной работы. Корректно введённые значения сохраняются, а навигация позволяет вернуться назад без непредсказуемых последствий.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09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Когнитивная нагрузка пользователя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16574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4251" y="220116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22306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Информация вовремя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6393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Показывать необходимые данные именно в тот момент, когда они нужны пользователю.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62217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4251" y="36576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6870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требовать запоминания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4095750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Избегать ситуаций, когда нужно помнить коды или значения с предыдущих экранов.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0786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4251" y="51140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514350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Иерархия важности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55218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Важная информация не должна теряться среди второстепенных элементов.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7450"/>
            <a:ext cx="1115885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44104"/>
            <a:ext cx="14986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 9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50194"/>
            <a:ext cx="690326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Наблюдение за реальными пользователями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51115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Дать пользователю реальную задачу и наблюдать, как он её выполняет — без объяснения шагов заранее. Проверяется понятность интерфейса, а не способность следовать инструкции.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631035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24127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848324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Ключевой момент: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особенно ценны ситуации, когда пользователь говорит одно, а действует иначе.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36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 usability-тестирования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39466"/>
            <a:ext cx="10868745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445816"/>
            <a:ext cx="3618616" cy="1367334"/>
          </a:xfrm>
          <a:custGeom>
            <a:avLst/>
            <a:gdLst/>
            <a:ahLst/>
            <a:cxnLst/>
            <a:rect l="l" t="t" r="r" b="b"/>
            <a:pathLst>
              <a:path w="3618616" h="1367334">
                <a:moveTo>
                  <a:pt x="56233" y="0"/>
                </a:moveTo>
                <a:lnTo>
                  <a:pt x="3618616" y="0"/>
                </a:lnTo>
                <a:lnTo>
                  <a:pt x="3618616" y="1367334"/>
                </a:lnTo>
                <a:lnTo>
                  <a:pt x="56233" y="1367334"/>
                </a:lnTo>
                <a:arcTo wR="56233" hR="56234" stAng="5400000" swAng="5400000"/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28456" y="1606451"/>
            <a:ext cx="329735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Конкретные проблемы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8456" y="1939330"/>
            <a:ext cx="329735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Описывать конкретные проблемы взаимодействия, а не субъективные впечатления.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86440" y="1445816"/>
            <a:ext cx="3618715" cy="1367334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1445816"/>
            <a:ext cx="19050" cy="136733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4447072" y="1606451"/>
            <a:ext cx="329745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с задачами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47072" y="1939330"/>
            <a:ext cx="329745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Связывать проблемы с пользовательскими задачами и оценивать их значимость.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05155" y="1445816"/>
            <a:ext cx="3618715" cy="1367334"/>
          </a:xfrm>
          <a:custGeom>
            <a:avLst/>
            <a:gdLst/>
            <a:ahLst/>
            <a:cxnLst/>
            <a:rect l="l" t="t" r="r" b="b"/>
            <a:pathLst>
              <a:path w="3618715" h="1367334">
                <a:moveTo>
                  <a:pt x="0" y="0"/>
                </a:moveTo>
                <a:lnTo>
                  <a:pt x="3562482" y="0"/>
                </a:lnTo>
                <a:arcTo wR="56233" hR="56234" stAng="16200000" swAng="5400000"/>
                <a:lnTo>
                  <a:pt x="3618715" y="1311099"/>
                </a:lnTo>
                <a:arcTo wR="56233" hR="56234" stAng="0" swAng="5400000"/>
                <a:lnTo>
                  <a:pt x="0" y="136733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1445816"/>
            <a:ext cx="19050" cy="1367334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786" y="1606451"/>
            <a:ext cx="329745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критерия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65786" y="1939330"/>
            <a:ext cx="32974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Понять систему, выполнить задачу и восстановиться после ошибок.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79" y="2973090"/>
            <a:ext cx="5426038" cy="322044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59380" y="5316616"/>
            <a:ext cx="1348785" cy="519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Восстановить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59541" y="5446532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Выполнить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31987" y="5446532"/>
            <a:ext cx="134878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Широкоэкранный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Arial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2026-10-05T14:58:44Z</dcterms:created>
  <dcterms:modified xsi:type="dcterms:W3CDTF">2026-10-05T14:59:20Z</dcterms:modified>
</cp:coreProperties>
</file>