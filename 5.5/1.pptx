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515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стресс-тестирование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поведения приложения в условиях,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превышающих нормальный режим работы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В отличие от обычного нагрузочного тестирования, здесь мы сознательно ищем момент, когда система начинает отказывать или существенно замедляться.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19312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Поиск предельной точки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233360" y="1955006"/>
            <a:ext cx="2987104" cy="719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Стресс-тестирование помогает найти уровень нагрузки, после которого система </a:t>
            </a:r>
            <a:r>
              <a:rPr lang="en-US" sz="10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теряет приемлемое поведение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Это может проявляться по-разному.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549466" y="1975842"/>
            <a:ext cx="2987104" cy="936427"/>
          </a:xfrm>
          <a:prstGeom prst="roundRect">
            <a:avLst>
              <a:gd name="adj" fmla="val 59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8071" y="2114451"/>
            <a:ext cx="270989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Резкий рост задержек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8071" y="2413695"/>
            <a:ext cx="270989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Ответы становятся неприемлемо медленными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549466" y="3004840"/>
            <a:ext cx="2987104" cy="936427"/>
          </a:xfrm>
          <a:prstGeom prst="roundRect">
            <a:avLst>
              <a:gd name="adj" fmla="val 59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8071" y="3143448"/>
            <a:ext cx="270989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Накопление очередей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8071" y="3442692"/>
            <a:ext cx="270989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Необработанные операции растут быстрее, чем обрабатываются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549466" y="4033838"/>
            <a:ext cx="2987104" cy="936427"/>
          </a:xfrm>
          <a:prstGeom prst="roundRect">
            <a:avLst>
              <a:gd name="adj" fmla="val 59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8071" y="4172446"/>
            <a:ext cx="270989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Массовые ошибки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88071" y="4471690"/>
            <a:ext cx="270989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начинает возвращать сбои вместо результатов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33360" y="5178623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Знание этой границы позволяет команде </a:t>
            </a:r>
            <a:r>
              <a:rPr lang="en-US" sz="10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заранее спланировать расширение инфраструктуры</a:t>
            </a: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до того, как проблема возникнет в продакшене.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система ведёт себя при перегрузке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65028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Хорошо спроектированная система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отказывает контролируемо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например, отклоняет новые запросы вместо полного зависания.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3582491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FCF2B5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3875584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3799780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Опасна ситуация, когда одни операции завершаются, другие зависают, а третьи выполняются лишь частично — это признак непредсказуемого поведения под нагрузкой.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913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Постепенный рост против резкого скачка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017" y="1510209"/>
            <a:ext cx="7967562" cy="3987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7895" y="3224525"/>
            <a:ext cx="1496382" cy="447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Плавность изменений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202097" y="5158479"/>
            <a:ext cx="1790884" cy="22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нагрузка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39358" y="3336458"/>
            <a:ext cx="1496383" cy="22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Внезапность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97620" y="1673880"/>
            <a:ext cx="1790884" cy="223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нагрузка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344712" y="4276695"/>
            <a:ext cx="1536180" cy="349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Сбой при пике — адаптация не успела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53974" y="4197347"/>
            <a:ext cx="1536180" cy="523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Устойчивость — система адаптировалась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53974" y="2724806"/>
            <a:ext cx="1536180" cy="523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Резкий скачок — мгновенное пиковое значение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96955" y="2724806"/>
            <a:ext cx="1536180" cy="523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Постепенный рост — нагрузка растёт плавно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475" y="568989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может выдержать ту же нагрузку при медленном росте — и дать сбой при мгновенном увеличении активности. Оба сценария нужно проверять отдельно.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91791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Исчерпание ресурсов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98625"/>
            <a:ext cx="6296860" cy="11677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7354" y="1878310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Нехватка памяти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7354" y="2211189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замедляется постепенно — начинается активная работа со свопом, растут задержки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02855"/>
            <a:ext cx="6296860" cy="11677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7354" y="3182541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Исчерпание пула подключений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17354" y="3515420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Новые операции встают в очередь ожидания — видимый эффект появляется резко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07086"/>
            <a:ext cx="6296860" cy="9299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7354" y="4486771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Дисковое пространство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17354" y="4819650"/>
            <a:ext cx="586130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Запись прекращается, логи обрываются, данные могут быть потеряны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61475" y="5390654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определить,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какой именно ресурс стал ограничивающим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это и есть узкое место системы.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Целостность данных при отказе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367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при перегрузке система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должна сохранять объекты в некорректном состоянии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Недопустимы дубликаты, потерянные операции или повреждённые записи.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стресс-теста необходимо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проверить результаты критических операций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не только метрики производительности, но и фактическое состояние данных.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45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Восстановление после нагрузки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102" y="1623219"/>
            <a:ext cx="8571393" cy="3762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64158" y="4117797"/>
            <a:ext cx="1502473" cy="23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Нагрузка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264158" y="4416029"/>
            <a:ext cx="1502473" cy="557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перегружена, очереди растут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482640" y="4060008"/>
            <a:ext cx="1502472" cy="23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82640" y="4358240"/>
            <a:ext cx="1502472" cy="5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Время отклика нормализовано, очереди очищены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385782" y="2017791"/>
            <a:ext cx="1502473" cy="232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Снятие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385782" y="2316023"/>
            <a:ext cx="1502473" cy="5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Стресс убран, входящие запросы сокращены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559851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может пережить перегрузку, но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остаться в деградированном состоянии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очередь растёт, ресурсы не освобождаются. Способность самостоятельно вернуться к норме — важный критерий зрелости системы.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08733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Длительное стрессовое воздействие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213670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Стресс не всегда короткий. Удержание системы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около предельной нагрузки продолжительное время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выявляет проблемы, которые накапливаются постепенно.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3192066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Занятые ресурсы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3500834"/>
            <a:ext cx="307282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Память и соединения не освобождаются между операциями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885507" y="3192066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Растущие очереди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885507" y="3500834"/>
            <a:ext cx="307282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Накопленный долг обработки не рассасывается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4367411"/>
            <a:ext cx="629686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Внутреннее состояние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4676180"/>
            <a:ext cx="629686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Кэши, буферы и счётчики не очищаются корректно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61475" y="5029895"/>
            <a:ext cx="6296860" cy="740767"/>
          </a:xfrm>
          <a:prstGeom prst="roundRect">
            <a:avLst>
              <a:gd name="adj" fmla="val 8574"/>
            </a:avLst>
          </a:prstGeom>
          <a:solidFill>
            <a:srgbClr val="D5F6F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" y="5202337"/>
            <a:ext cx="189007" cy="1512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52893" y="5188645"/>
            <a:ext cx="565423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Кратковременная устойчивость не гарантирует работоспособность при длительном периоде повышенной активности.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2425" y="3002756"/>
            <a:ext cx="3110926" cy="381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6" name="Shape 12"/>
          <p:cNvSpPr/>
          <p:nvPr/>
        </p:nvSpPr>
        <p:spPr>
          <a:xfrm>
            <a:off x="3866458" y="3002756"/>
            <a:ext cx="3110926" cy="381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7" name="Shape 13"/>
          <p:cNvSpPr/>
          <p:nvPr/>
        </p:nvSpPr>
        <p:spPr>
          <a:xfrm>
            <a:off x="642425" y="4178102"/>
            <a:ext cx="6334959" cy="38100"/>
          </a:xfrm>
          <a:prstGeom prst="rect">
            <a:avLst/>
          </a:prstGeom>
          <a:solidFill>
            <a:srgbClr val="27B29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8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Контролируемый отказ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64593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726829"/>
            <a:ext cx="6903269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Система не должна бесконечно обслуживать любое количество запросов. Она должна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отказывать предсказуемо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Контролируемый отказ — признак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зрелой архитектуры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которая минимизирует последствия для пользователей.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5594152"/>
            <a:ext cx="10868745" cy="685998"/>
          </a:xfrm>
          <a:prstGeom prst="roundRect">
            <a:avLst>
              <a:gd name="adj" fmla="val 1157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5600502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66156" y="0"/>
                </a:moveTo>
                <a:lnTo>
                  <a:pt x="5428023" y="0"/>
                </a:lnTo>
                <a:lnTo>
                  <a:pt x="5428023" y="673298"/>
                </a:lnTo>
                <a:lnTo>
                  <a:pt x="66156" y="673298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7" name="Text 4"/>
          <p:cNvSpPr/>
          <p:nvPr/>
        </p:nvSpPr>
        <p:spPr>
          <a:xfrm>
            <a:off x="856832" y="578951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Запрещает новые тяжёлые операции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6095848" y="5600502"/>
            <a:ext cx="5428023" cy="673298"/>
          </a:xfrm>
          <a:custGeom>
            <a:avLst/>
            <a:gdLst/>
            <a:ahLst/>
            <a:cxnLst/>
            <a:rect l="l" t="t" r="r" b="b"/>
            <a:pathLst>
              <a:path w="5428023" h="673298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607140"/>
                </a:lnTo>
                <a:arcTo wR="66156" hR="66158" stAng="0" swAng="5400000"/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9" name="Shape 6"/>
          <p:cNvSpPr/>
          <p:nvPr/>
        </p:nvSpPr>
        <p:spPr>
          <a:xfrm>
            <a:off x="6095848" y="5600502"/>
            <a:ext cx="25399" cy="673298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7"/>
          <p:cNvSpPr/>
          <p:nvPr/>
        </p:nvSpPr>
        <p:spPr>
          <a:xfrm>
            <a:off x="6284854" y="5789513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Сохраняет уже запущенные процессы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19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даёт стресс-тестирование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1510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25" y="34750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Точка деградации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8837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какой нагрузке начинается ухудшение поведения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61510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085" y="34750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Характер ошибок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8837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именно сбои появляются и в каком порядке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615109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45" y="34750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 восстановления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8837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быстро система возвращается к норме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70118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стресс-тестирования — это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конкретные данные для планирования эксплуатации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реальный предел работоспособности и понимание того, как система поведёт себя в момент пиковой активности.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Широкоэкранный</PresentationFormat>
  <Paragraphs>78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</vt:lpstr>
      <vt:lpstr>Montserrat Bold</vt:lpstr>
      <vt:lpstr>Open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2026-10-05T11:34:48Z</dcterms:created>
  <dcterms:modified xsi:type="dcterms:W3CDTF">2026-10-05T11:35:22Z</dcterms:modified>
</cp:coreProperties>
</file>