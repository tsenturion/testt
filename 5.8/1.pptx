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59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65770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тестирование совместимости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297509"/>
            <a:ext cx="2929360" cy="280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совместимости — это проверка того, работает ли приложение корректно в разных условиях использования. Под «окружением» понимается конкретная комбинация браузера, операционной системы, устройства и других технических параметров, в которых запускается продукт.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35324" y="2297509"/>
            <a:ext cx="2929360" cy="3641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Одна и та же функция может работать безупречно в одном окружении и давать сбой в другом — потому что браузеры и платформы по-разному интерпретируют технологии. Задача тестировщика состоит не в том, чтобы добиться абсолютной идентичности во всех деталях, а в том, чтобы убедиться: требуемое поведение сохраняется в каждом из заявленных окружений.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14462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Cross-browser testing: проверка в разных браузерах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1740793"/>
            <a:ext cx="6296860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Веб-приложение должно одинаково корректно работать в Chrome, Firefox, Edge, Safari и других браузерах. Каждый из них использует собственный движок рендеринга, который по-своему обрабатывает CSS, JavaScript, формы и веб-API — отсюда и возникают расхождения в поведении.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47566"/>
            <a:ext cx="6296860" cy="10846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7928" y="2917825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Визуальная корректность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07928" y="3226594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Проверяется отображение элементов интерфейса: шрифты, отступы, цвета, расположение блоков.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953173"/>
            <a:ext cx="6296860" cy="10846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7928" y="4123432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Функциональность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907928" y="4432201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Ввод данных, навигация, отправка форм, работа интерактивных элементов — всё это тестируется в каждом браузере.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58780"/>
            <a:ext cx="6296860" cy="10846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7928" y="5329039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Полный сценарий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907928" y="5637808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проверять не отдельные экраны, а весь пользовательский путь от начала до конца.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163241"/>
            <a:ext cx="6903269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Cross-platform testing: проверка на разных платформах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124200"/>
            <a:ext cx="6903269" cy="2589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Приложение может использоваться на Windows, macOS, Linux, Android и iOS. Каждая платформа имеет свои особенности: системные шрифты, способ обработки файлов, поведение клавиатуры и взаимодействие с системными функциями — всё это влияет на работу продукта.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Особенно актуальна такая проверка для приложений, которые активно задействуют возможности операционной системы. Чем сильнее продукт зависит от локального окружения, тем выше вероятность того, что поведение на разных платформах будет различаться.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Матрица поддерживаемых окружений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318544"/>
            <a:ext cx="5226911" cy="298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Проверить все возможные комбинации браузеров, платформ и устройств физически невозможно. Поэтому до начала тестирования необходимо определить, какие окружения официально поддерживает продукт. Этот перечень фиксируется в виде матрицы совместимости.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Матрица строится на основе реальной статистики использования и приоритетов бизнеса. Например, она может включать последние версии Chrome и Firefox на Windows 10 и macOS. Такой подход позволяет сосредоточить усилия команды на действительно важных комбинациях, не распыляясь на экзотические конфигурации.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94" y="1457424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078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Версии браузеров и операционных систем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195612"/>
            <a:ext cx="2917851" cy="393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Совместимость зависит не только от названия браузера или платформы, но и от конкретной версии. Новый релиз браузера может изменить поддержку тех или иных технологий, а устаревшая версия — не распознавать современные возможности. Поэтому важно чётко знать, какой диапазон версий входит в зону поддержки продукта.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195612"/>
            <a:ext cx="2917851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Обновления среды способны порождать новые дефекты даже без каких-либо изменений в коде самого приложения. Именно поэтому тестирование совместимости проводится повторно после значимых обновлений браузеров или операционных систем — это не разовая проверка, а регулярная практика.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94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Адаптация интерфейса под разные устройства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00263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57872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Десктоп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87403"/>
            <a:ext cx="346542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Широкий экран, много пространства. Элементы расположены свободно, навигация развёрнута, таблицы отображаются полностью.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100263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57872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Планшет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987403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Промежуточный размер экрана. Интерфейс должен перестраиваться: часть элементов сворачивается, сетка адаптируется.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100263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57872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Мобильный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987403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Минимум пространства. Кнопки не должны исчезать за границами, элементы не должны перекрывать друг друга.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661475" y="571212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Нужно проверять, сохраняется ли структура интерфейса при изменении размеров окна. Пользователь не должен выполнять лишние действия из-за неправильной адаптации.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3167"/>
            <a:ext cx="5215303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Различия ввода и пользовательских действий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747268"/>
            <a:ext cx="5215303" cy="323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компьютере пользователь взаимодействует с интерфейсом через мышь и клавиатуру, на мобильном устройстве — через сенсорный экран. Некоторые привычные действия для одной платформы попросту недоступны на другой.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Классический пример: наведение курсора мыши (hover) невозможно на сенсорном экране. Если функция доступна только через это действие, мобильный пользователь не сможет до неё добраться вовсе. Интерфейс должен учитывать особенности каждого типа ввода и предоставлять альтернативные способы взаимодействия.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37" y="951607"/>
            <a:ext cx="4954464" cy="49545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63377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Визуальные различия между окружениями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093913"/>
            <a:ext cx="2940969" cy="232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Даже при абсолютно одинаковом коде внешний вид приложения может отличаться в разных окружениях. Причина — различные механизмы отображения шрифтов, стандартные стили браузера и особенности рендеринга каждого движка.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023716" y="2128441"/>
            <a:ext cx="2940969" cy="2946003"/>
          </a:xfrm>
          <a:prstGeom prst="roundRect">
            <a:avLst>
              <a:gd name="adj" fmla="val 2429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72" y="2365673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6450" y="2308622"/>
            <a:ext cx="2218178" cy="2585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Небольшие визуальные расхождения — не всегда дефект. Дефект возникает тогда, когда различие мешает работе: текст обрезается, поле становится недоступным, кнопка перекрывается или важная информация исчезает с экрана.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61475" y="5418931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Именно функциональные нарушения получают приоритет при заведении дефектов. Косметические отличия фиксируются отдельно и оцениваются с учётом их влияния на пользователя.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612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Приоритизация проверок совместимости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133" y="1381224"/>
            <a:ext cx="8579330" cy="3766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61545" y="3687535"/>
            <a:ext cx="1503859" cy="464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Собрать статистику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3261545" y="4218444"/>
            <a:ext cx="1503859" cy="515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Браузеры, платформы, устройства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483919" y="3629693"/>
            <a:ext cx="1503860" cy="464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Распределить глубину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83919" y="4160602"/>
            <a:ext cx="1503860" cy="515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Тщательно, стандартно, поверхностно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385126" y="1776161"/>
            <a:ext cx="1503859" cy="464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Определить приоритеты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385126" y="2307069"/>
            <a:ext cx="1503859" cy="343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Высокий, средний, низкий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1475" y="5300960"/>
            <a:ext cx="10868745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Количество возможных комбинаций браузеров, платформ и версий огромно, поэтому тестировать всё одинаково глубоко нецелесообразно. Приоритет окружений определяется на основе статистики использования, требований заказчика и особенностей целевой аудитории. Наиболее популярные комбинации тестируются особенно тщательно, более редкие — с меньшей глубиной покрытия.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471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 тестирования совместимости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60029"/>
            <a:ext cx="5215303" cy="435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Грамотно оформленный результат тестирования совместимости должен точно указывать, в каком окружении обнаружена проблема: браузер и его версия, операционная система, тип устройства и другие значимые условия воспроизведения. Запись «сайт отображается неправильно» не даёт разработчику никакой полезной информации.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принципиально важно: разработчик может проверить то же самое в своём окружении и не увидеть никакой проблемы. Тестирование совместимости в конечном счёте отвечает на практический вопрос: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может ли реальный пользователь работать с продуктом в заявленном окружении без потери функциональности и критических проблем интерфейса?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91889" y="1506538"/>
            <a:ext cx="5474059" cy="4661892"/>
          </a:xfrm>
          <a:prstGeom prst="roundRect">
            <a:avLst>
              <a:gd name="adj" fmla="val 2773"/>
            </a:avLst>
          </a:prstGeom>
          <a:solidFill>
            <a:srgbClr val="27B29F"/>
          </a:solidFill>
          <a:ln/>
        </p:spPr>
      </p:sp>
      <p:sp>
        <p:nvSpPr>
          <p:cNvPr id="5" name="Text 3"/>
          <p:cNvSpPr/>
          <p:nvPr/>
        </p:nvSpPr>
        <p:spPr>
          <a:xfrm>
            <a:off x="6371371" y="1677095"/>
            <a:ext cx="51150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должен содержать баг-репорт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371371" y="2128143"/>
            <a:ext cx="5115095" cy="244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Браузер и точная версия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Операционная система и версия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Тип и модель устройства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Шаги воспроизведения</a:t>
            </a:r>
            <a:endParaRPr lang="en-US" sz="1400" dirty="0"/>
          </a:p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Ожидаемый и фактический результат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Скриншот или запись экрана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</Words>
  <Application>Microsoft Office PowerPoint</Application>
  <PresentationFormat>Широкоэкранный</PresentationFormat>
  <Paragraphs>63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Open Sans</vt:lpstr>
      <vt:lpstr>Montserrat Bold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2026-10-06T11:57:56Z</dcterms:created>
  <dcterms:modified xsi:type="dcterms:W3CDTF">2026-10-06T11:58:44Z</dcterms:modified>
</cp:coreProperties>
</file>