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bold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638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8062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нужна тестовая документация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845395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Тестовая документация — это набор рабочих материалов, которые организуют процесс проверки и сохраняют результаты. Без неё информация остаётся только в голове специалиста, и становится непонятно, что проверено, а что нет.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документ решает свою задачу: один планирует процесс, другой фиксирует области проверки, третий подробно описывает сценарий, четвёртый передаёт информацию об ошибке. Это не разные названия одного документа — это разные инструменты.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61603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 Plan как общий план тестирования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293342"/>
            <a:ext cx="2929360" cy="323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Plan определяет организацию тестирования на уровне проекта или версии. Это не описание каждого клика, а общий подход к проверке продукта.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Тест-план помогает команде понять, что именно будет тестироваться, в каких условиях и какие ограничения нужно учитывать.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035324" y="2331740"/>
            <a:ext cx="2929360" cy="1701105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40206" y="2536627"/>
            <a:ext cx="251959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Уровень документа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240206" y="2987675"/>
            <a:ext cx="251959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Выше отдельного тест-кейса — охватывает весь проект или версию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035324" y="4203402"/>
            <a:ext cx="2929360" cy="1701105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40206" y="4408289"/>
            <a:ext cx="251959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Главная цель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240206" y="4859338"/>
            <a:ext cx="251959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Дать команде единое понимание подхода к проверке продукта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Область тестирования в Test Plan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706390"/>
            <a:ext cx="5226911" cy="2206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определить, какая функциональность входит в текущую проверку, а какая находится за её пределами. Без этого разные участники команды могут иметь разные ожидания об объёме работы.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это заранее зафиксировано, все понимают границы работ. Это также помогает тестировщику управлять временем и не пытаться одинаково глубоко исследовать весь продукт.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44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Риски, ресурсы и условия тестирования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209006"/>
            <a:ext cx="3053877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40436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Условия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813050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Отдельный сервер, подготовленная база данных, специальная учётная запись — всё это нужно определить заранее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209006"/>
            <a:ext cx="3053976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4043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Риски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813050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Особо важные или технически сложные области продукта требуют большего внимания и ресурсов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70951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90487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31356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превращается из спонтанных действий в управляемый процесс с понятными ограничениями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Чек-лист как краткая форма проверки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26370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Чек-лист — это компактный набор пунктов для проверки. В отличие от подробного тест-кейса, он не описывает каждое действие и не фиксирует длинную последовательность шагов.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Чек-лист напоминает тестировщику, какие области нельзя пропустить. Он быстро создаётся, легко обновляется и позволяет охватить много проверок без чрезмерного объёма документации.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423569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716661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640858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Особенно полезен, когда сценарии достаточно понятны и не требуют подробного объяснения каждого шага.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019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Когда чек-листа достаточно, а когда его мало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324570"/>
            <a:ext cx="8694917" cy="4351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7553" y="3073230"/>
            <a:ext cx="1632983" cy="73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детализация действий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603878" y="5305879"/>
            <a:ext cx="2987739" cy="2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Низкая воспроизводимость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62473" y="3073230"/>
            <a:ext cx="1632983" cy="73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Низкая детализация действий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25296" y="1503182"/>
            <a:ext cx="3135131" cy="244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воспроизводимость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184910" y="4270310"/>
            <a:ext cx="1676413" cy="527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Нужен Test Case: точные требования к результату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86721" y="4278996"/>
            <a:ext cx="1676413" cy="527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Нужен Test Case: сложные предусловия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86721" y="2672032"/>
            <a:ext cx="1676413" cy="527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Чек-лист подходит: очевидное поведение системы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32794" y="2759980"/>
            <a:ext cx="1676413" cy="351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Чек-лист подходит: опытный специалист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1475" y="5812433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Выбор зависит от требуемой воспроизводимости: для напоминания области проверки чек-лист подходит, для одинакового выполнения сценария разными людьми нужен Test Case.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6816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Test Case как подробный сценарий проверки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612231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2365" y="264765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75723" y="267712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Исходные условия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275723" y="3085802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Другой специалист понимает, с какого состояния системы начинать проверку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406866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2365" y="41040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275723" y="413355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Последовательность действий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75723" y="4542234"/>
            <a:ext cx="568261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Чёткий порядок шагов, не допускающий разночтений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1475" y="522267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2365" y="525809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275723" y="528756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результат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275723" y="569624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Точное описание того, что должно произойти — основа для вывода об успехе или провале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76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Основные элементы Test Case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1842"/>
            <a:ext cx="4750574" cy="31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Хороший тест-кейс должен давать достаточно информации, чтобы проверка не зависела от догадок. В нём фиксируется, что проверяется, какое исходное состояние требуется, какие действия выполнить и какой результат должен быть получен.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не смешивать действие и ожидаемый результат — это разные элементы. Хороший Test Case подробен для воспроизведения, но не перегружен несущественной информацией.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9556" y="1764407"/>
          <a:ext cx="9143771" cy="914400"/>
        </p:xfrm>
        <a:graphic>
          <a:graphicData uri="http://schemas.openxmlformats.org/drawingml/2006/table">
            <a:tbl>
              <a:tblPr/>
              <a:tblGrid>
                <a:gridCol w="2828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Элемент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Назначение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27B2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B2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Название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Что именно проверяется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Предусловия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Исходное состояние системы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Шаги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Последовательность действий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Ожидаемый результат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Что должно произойти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75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Фактический результат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Что произошло на самом деле</a:t>
                      </a:r>
                      <a:endParaRPr lang="en-US" sz="14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6424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Bug Report как фиксация обнаруженной проблемы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710160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Bug Report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233360" y="3128963"/>
            <a:ext cx="2940969" cy="206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Bug Report создаётся, когда во время тестирования обнаружено поведение, отличающееся от ожидаемого. Его задача — передать информацию о проблеме так, чтобы другой участник команды смог понять ситуацию и воспроизвести её.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95601" y="2710160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Отличие от Test Case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95601" y="3128963"/>
            <a:ext cx="2940969" cy="232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 Case описывает,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 проверить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поведение системы. Bug Report описывает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уже обнаруженное несоответствие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Один тест-кейс может пройти успешно или привести к созданию баг-репорта, если фактический результат отличается от ожидаемого.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5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документы работают вместе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25191"/>
            <a:ext cx="6500055" cy="36563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94127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выпуске новой версии: тест-план определяет область, на его основе подготавливаются чек-листы или тест-кейсы, во время выполнения сценария обнаруживается ошибка и регистрируется баг-репорт. Главный принцип — выбирать уровень детализации, который действительно нужен команде.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Office PowerPoint</Application>
  <PresentationFormat>Широкоэкранный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 Bold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2026-09-30T13:48:52Z</dcterms:created>
  <dcterms:modified xsi:type="dcterms:W3CDTF">2026-09-30T13:54:20Z</dcterms:modified>
</cp:coreProperties>
</file>