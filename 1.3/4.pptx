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4"/>
    </p:embeddedFont>
    <p:embeddedFont>
      <p:font typeface="Montserrat Light" panose="00000400000000000000" pitchFamily="2" charset="-52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3501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4F74CE8-0602-3453-5864-27D56DC7F2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B4B198-2CD2-0048-963E-97B0FC0723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66C19-19DF-482F-8689-1C22EE180BD7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54B9E5-3FA5-35E4-6E20-AC666CD0C8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01A73B-F812-8FB8-2D60-2713B9FF9F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7A30C-AD79-4269-8338-CF1DCD66D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65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96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Клиент-серверная архитектура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Базовый курс для начинающих тестировщиков в сфере сопровождения ПО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клиент-серверной архитектуры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Клиент-серверная архитектура — это модель распределения функций между двумя компонентами: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клиент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взаимодействует с пользователем,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сервер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обрабатывает запросы и управляет данными.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Ключевой принцип —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разделение ответственности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Клиент не хранит всю информацию и не выполняет всю логику: он отправляет запрос и получает готовый результат.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2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клиента в архитектуре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512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4658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Получает действия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255268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Фиксирует клики, ввод данных и другие действия пользователя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6512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84658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Формирует запросы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2552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Преобразует действия пользователя в запросы к серверу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65122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84658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Отображает данные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25526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Представляет полученный ответ в удобном для пользователя виде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57051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— это браузер, мобильное приложение или настольная программа. Он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зависит от сервера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если сервер изменит формат ответа, клиент может перестать корректно работать.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40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сервера в архитектуре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58132"/>
            <a:ext cx="3496877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7254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Бизнес-правила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8122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Выполняет логику приложения и применяет правила обработки данных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358132"/>
            <a:ext cx="3496877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7254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Валидация данных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8122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 корректность входящих данных перед обработкой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358132"/>
            <a:ext cx="3496877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7254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Работа с базой данных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8122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Читает и записывает данные, взаимодействует с хранилищем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31552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583212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551759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сервере сосредоточена основная логика приложения — здесь часто скрываются ошибки, которые не видны в интерфейсе.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Обмен между клиентом и сервером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57043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214478"/>
            <a:ext cx="1586817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Клиент: отображение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Сервер: ответ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Сервер: обработка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Клиент: запрос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514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пользовательский сценарий может включать несколько таких циклов. Ошибка на любом этапе приводит к неправильному результату — поэтому тестировщику важно понимать весь путь.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57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Запросы и ответы между компонентами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72457"/>
            <a:ext cx="5203794" cy="2387104"/>
          </a:xfrm>
          <a:prstGeom prst="roundRect">
            <a:avLst>
              <a:gd name="adj" fmla="val 332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678807"/>
            <a:ext cx="2595498" cy="2374404"/>
          </a:xfrm>
          <a:custGeom>
            <a:avLst/>
            <a:gdLst/>
            <a:ahLst/>
            <a:cxnLst/>
            <a:rect l="l" t="t" r="r" b="b"/>
            <a:pathLst>
              <a:path w="2595498" h="2374404">
                <a:moveTo>
                  <a:pt x="66156" y="0"/>
                </a:moveTo>
                <a:lnTo>
                  <a:pt x="2595498" y="0"/>
                </a:lnTo>
                <a:lnTo>
                  <a:pt x="2595498" y="2374404"/>
                </a:lnTo>
                <a:lnTo>
                  <a:pt x="66156" y="2374404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867819"/>
            <a:ext cx="22174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Запрос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52105"/>
            <a:ext cx="221748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Содержит информацию о действии, параметры и данные для обработки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63322" y="2678807"/>
            <a:ext cx="2595597" cy="2374404"/>
          </a:xfrm>
          <a:custGeom>
            <a:avLst/>
            <a:gdLst/>
            <a:ahLst/>
            <a:cxnLst/>
            <a:rect l="l" t="t" r="r" b="b"/>
            <a:pathLst>
              <a:path w="2595597" h="2374404">
                <a:moveTo>
                  <a:pt x="0" y="0"/>
                </a:moveTo>
                <a:lnTo>
                  <a:pt x="2529440" y="0"/>
                </a:lnTo>
                <a:arcTo wR="66156" hR="66158" stAng="16200000" swAng="5400000"/>
                <a:lnTo>
                  <a:pt x="2595597" y="2308246"/>
                </a:lnTo>
                <a:arcTo wR="66156" hR="66158" stAng="0" swAng="5400000"/>
                <a:lnTo>
                  <a:pt x="0" y="237440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3263322" y="2678807"/>
            <a:ext cx="25399" cy="2374404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3452329" y="2867819"/>
            <a:ext cx="22175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Ответ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452329" y="3352105"/>
            <a:ext cx="22175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операции, данные для отображения или информация об ошибке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2629892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Взаимодействие строится по принципу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«запрос — ответ»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Каждый запрос порождает ровно один ответ.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важно проверять не только сам факт получения ответа, но и его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корректность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Сервер может ответить технически успешно, но вернуть неправильные данные.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819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Клиент-серверная архитектура в веб-приложениях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729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68836"/>
            <a:ext cx="5339820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21409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 открывает сайт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622774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 выступает в роли клиента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27729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3068836"/>
            <a:ext cx="5339919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321409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Браузер запрашивает данные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622774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Формируется запрос к веб-серверу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25588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551759"/>
            <a:ext cx="5339820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69701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 отправляет страницу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10569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Обрабатывает запрос и возвращает результат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0301" y="425588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551759"/>
            <a:ext cx="5339919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301" y="4697016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Браузер отображает результат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5105698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Цикл повторяется при каждом действии пользователя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Двухуровневая и трёхуровневая модели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2957"/>
            <a:ext cx="4528032" cy="4528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9672" y="2119610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Двухуровневая модель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49672" y="2593479"/>
            <a:ext cx="588679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напрямую обращается к серверу. Используется в простых системах — например, небольшое внутреннее приложение компании. При росте сложности становится трудно сопровождать.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49672" y="3957737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Трёхуровневая модель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49672" y="4431605"/>
            <a:ext cx="588679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Между клиентом и базой данных появляется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сервер приложений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бизнес-логикой. Такое разделение помогает точнее определить место возникновения проблемы при тестировании.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25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4618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Влияние архитектуры на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59384"/>
            <a:ext cx="78208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Архитектура определяет подход к тестированию. В простой системе достаточно проверить интерфейс, в сложной — необходимо учитывать взаимодействие нескольких компонентов.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17926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75723" y="3244155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Интерфейс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3652838"/>
            <a:ext cx="72065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Корректно ли отображается результат действия пользователя?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33328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75723" y="4398169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Передача данных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275723" y="4806851"/>
            <a:ext cx="72065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Правильно ли сформирован запрос и корректен ли ответ сервера?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548729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5723" y="5552182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Серверная логика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275723" y="5960864"/>
            <a:ext cx="72065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Верно ли обработаны данные и записаны в базу?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архитектуры для тестировщика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72953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клиент-серверной архитектуры — </a:t>
            </a:r>
            <a:r>
              <a:rPr lang="en-US" sz="145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основа для дальнейшего роста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API-тестирование, работа с базами данных, отладка приложений.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— это не только экраны и кнопки. За интерфейсом находится система запросов, обработки и хранения данных.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265315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55840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482604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Тестировщик, понимающий путь данных внутри системы, работает эффективнее: он проверяет не только видимый результат, но и находит причины проблем быстрее.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Широкоэкранный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Open Sans</vt:lpstr>
      <vt:lpstr>Calibri</vt:lpstr>
      <vt:lpstr>Montserrat Bold</vt:lpstr>
      <vt:lpstr>Montserrat Light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2026-09-21T20:59:52Z</dcterms:created>
  <dcterms:modified xsi:type="dcterms:W3CDTF">2026-09-21T21:04:41Z</dcterms:modified>
</cp:coreProperties>
</file>