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847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236464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Протоколы взаимодействия клиента и сервера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291880"/>
            <a:ext cx="6296860" cy="2329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Клиент и сервер общаются по определённым правилам — протоколам. Они задают формат сообщений, порядок передачи и обработку результатов.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тестировщика это критично: многие ошибки скрыты не в интерфейсе, а в самом обмене данными между приложением и сервером. Когда кнопка не работает, проблема часто в неправильном запросе или ответе сервера.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HTTP — основа веб-приложений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462609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HTTP — главный протокол для веб-сервисов. Клиент отправляет запрос, сервер обрабатывает его и возвращает ответ. Это фундаментальный цикл, лежащий в основе любого веб-приложения.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3582491"/>
            <a:ext cx="6903269" cy="1644253"/>
          </a:xfrm>
          <a:prstGeom prst="roundRect">
            <a:avLst>
              <a:gd name="adj" fmla="val 4828"/>
            </a:avLst>
          </a:prstGeom>
          <a:solidFill>
            <a:srgbClr val="D5F6F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3875584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3799780"/>
            <a:ext cx="610001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 может анализировать приложение через HTTP независимо от интерфейса. Проверяя запросы и ответы напрямую, легче найти источник проблемы, чем гадать по внешнему поведению.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308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Методы HTTP-запросов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99543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Каждый метод обозначает конкретное действие над ресурсом. При тестировании важно убедиться, что приложение использует правильный метод для каждой операции.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717006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6832" y="2912368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GET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3321050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Получение данных с сервера без изменений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90301" y="2717006"/>
            <a:ext cx="5339919" cy="1101824"/>
          </a:xfrm>
          <a:prstGeom prst="roundRect">
            <a:avLst>
              <a:gd name="adj" fmla="val 720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5658" y="2912368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POST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85658" y="3321050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Создание нового ресурса или отправка данных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61475" y="4007842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6832" y="4203204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PUT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56832" y="4611886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Полное обновление существующего ресурса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90301" y="4007842"/>
            <a:ext cx="5339919" cy="1101824"/>
          </a:xfrm>
          <a:prstGeom prst="roundRect">
            <a:avLst>
              <a:gd name="adj" fmla="val 720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5658" y="4203204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DELETE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385658" y="4611886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Удаление ресурса на сервере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61475" y="532229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система обрабатывает запросы неправильно — например, удаляет данные вместо обновления — это приводит к критическим ошибкам в логике работы.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38767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Формат данных: JSON и структурированный обмен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443089"/>
            <a:ext cx="6296860" cy="2027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Клиент и сервер обмениваются структурированными данными, чаще всего в формате JSON. Это позволяет передавать информацию так, чтобы обе стороны её правильно поняли.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 должен проверять не только наличие ответа, но и его содержимое: соответствует ли формат ожиданиям, верны ли значения полей, нет ли пропусков или лишних данных.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991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Серверная логика и обработка запросов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64097"/>
            <a:ext cx="3504219" cy="4403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Сервер не просто отвечает на запрос — он проверяет данные, применяет бизнес-правила и определяет результат. Например, при регистрации проверяет корректность данных и отсутствие конфликтов.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 должен проверять не только успешные сценарии, но и граничные случаи: неверные данные, ограничения, нестандартные ситуации. Это показывает, насколько надёжна система.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201" y="2676327"/>
            <a:ext cx="6903269" cy="2379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76025" y="2960029"/>
            <a:ext cx="1743474" cy="202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Получение запроса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276025" y="3457404"/>
            <a:ext cx="1836477" cy="202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Применение правил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276025" y="3963460"/>
            <a:ext cx="1731300" cy="202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Возврат результата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8557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Аутентификация и авторизация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54250"/>
            <a:ext cx="5339820" cy="17447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468662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Аутентификация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877344"/>
            <a:ext cx="480940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Кто ты?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Подтверждение личности пользователя — логин, пароль, токен. Без успешной аутентификации система не знает, с кем работает.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2254250"/>
            <a:ext cx="5339919" cy="17447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06305" y="2468662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Авторизация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506305" y="2877344"/>
            <a:ext cx="480950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Что тебе можно?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Определяет, какие действия разрешены конкретному пользователю в зависимости от его роли и прав.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661475" y="4211638"/>
            <a:ext cx="10868745" cy="1360785"/>
          </a:xfrm>
          <a:prstGeom prst="roundRect">
            <a:avLst>
              <a:gd name="adj" fmla="val 5834"/>
            </a:avLst>
          </a:prstGeom>
          <a:solidFill>
            <a:srgbClr val="FCF2B5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82" y="4479330"/>
            <a:ext cx="236234" cy="18901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75723" y="4447877"/>
            <a:ext cx="1006549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 критическая область для тестирования: ошибки доступа могут привести к утечкам данных или несанкционированным операциям. Нужно убедиться, что каждый пользователь получает только те возможности, которые соответствуют его роли.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Безопасность при передаче данных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722463"/>
            <a:ext cx="6903269" cy="228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Данные между клиентом и сервером могут содержать конфиденциальную информацию. Безопасное взаимодействие требует контроля способов передачи, проверки доступа и защиты от несанкционированных операций.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 проверяет поведение системы при попытках нарушить правила: может ли пользователь получить чужие данные, выполнить запрещённое действие или обойти ограничения.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7038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Обработка ошибок и статусы ответов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39057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Запросы не всегда успешны. Сервер должен корректно сообщать о результате каждой операции с помощью стандартных кодов статуса.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956520"/>
            <a:ext cx="472468" cy="472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0177" y="2956520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2xx — Успех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370177" y="3365202"/>
            <a:ext cx="275672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Запрос выполнен. Например, 200 OK или 201 Created при создании ресурса.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956520"/>
            <a:ext cx="472468" cy="472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71836" y="2956520"/>
            <a:ext cx="275672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4xx — Ошибка клиента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5071836" y="3660477"/>
            <a:ext cx="275672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Неверный запрос. 400 Bad Request, 401 Unauthorized, 404 Not Found.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2956520"/>
            <a:ext cx="472468" cy="472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73496" y="2956520"/>
            <a:ext cx="275672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5xx — Ошибка сервера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773496" y="3660477"/>
            <a:ext cx="275672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Внутренняя проблема на стороне сервера. 500 Internal Server Error, 503 Service Unavailable.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661475" y="508277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Важно, чтобы приложение правильно реагировало на каждый статус — показывало понятное сообщение пользователю и не теряло данные.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1837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Отладка клиент-серверного взаимодействия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781598"/>
            <a:ext cx="6903269" cy="2759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Когда возникает проблема, нужно определить, где она находится: в клиенте, сервере, передаче данных или внешних компонентах.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Инструменты разработчика в браузере позволяют анализировать запросы и ответы. Вместо предположения «кнопка не работает» можно точно увидеть, какой запрос был отправлен и что вернул сервер.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 переводит тестирование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 уровня наблюдения на уровень технического анализа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принципиальный шаг в профессиональном росте тестировщика.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251" y="2409230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9558" y="473968"/>
            <a:ext cx="4432288" cy="59099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39961"/>
            <a:ext cx="6296860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Клиент-серверная архитектура в работе тестировщика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61475" y="1666577"/>
            <a:ext cx="6296860" cy="388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Понимание архитектуры позволяет правильно выбирать подход к проверке. Нельзя ограничиваться только интерфейсом — значительная часть логики находится на сервере.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170609"/>
            <a:ext cx="697689" cy="83730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62150" y="2310110"/>
            <a:ext cx="549618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Действия пользователя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462150" y="2589907"/>
            <a:ext cx="5496184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 делает пользователь в интерфейсе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007916"/>
            <a:ext cx="697689" cy="83730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62150" y="3147417"/>
            <a:ext cx="549618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Формирование запроса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462150" y="3427214"/>
            <a:ext cx="5496184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Какой HTTP-запрос отправляется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3845223"/>
            <a:ext cx="697689" cy="83730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62150" y="3984724"/>
            <a:ext cx="549618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Обработка сервером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1462150" y="4264521"/>
            <a:ext cx="5496184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Бизнес-логика и работа с данными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4682530"/>
            <a:ext cx="697689" cy="83730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62150" y="4822031"/>
            <a:ext cx="549618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Результат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1462150" y="5101828"/>
            <a:ext cx="5496184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Ответ и реакция приложения</a:t>
            </a:r>
            <a:endParaRPr lang="en-US" sz="1050" dirty="0"/>
          </a:p>
        </p:txBody>
      </p:sp>
      <p:sp>
        <p:nvSpPr>
          <p:cNvPr id="18" name="Text 11"/>
          <p:cNvSpPr/>
          <p:nvPr/>
        </p:nvSpPr>
        <p:spPr>
          <a:xfrm>
            <a:off x="661475" y="5635724"/>
            <a:ext cx="6296860" cy="582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 знание — фундамент для API-тестирования, работы с базами данных и автоматизации. Чем лучше тестировщик понимает внутреннее устройство, тем точнее он находит проблемы.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711</Words>
  <Application>Microsoft Office PowerPoint</Application>
  <PresentationFormat>Широкоэкранный</PresentationFormat>
  <Paragraphs>69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Open Sans Bold</vt:lpstr>
      <vt:lpstr>Open Sans</vt:lpstr>
      <vt:lpstr>Montserrat Bold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2026-09-21T21:03:12Z</dcterms:created>
  <dcterms:modified xsi:type="dcterms:W3CDTF">2026-09-22T11:50:32Z</dcterms:modified>
</cp:coreProperties>
</file>