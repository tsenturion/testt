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556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4293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Микросервисная архитектура: основы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Подход к разработке, при котором приложение разделяется на независимые сервисы — каждый отвечает за одну бизнес-функцию и развивается отдельно от других.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27720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появилась микросервисная архитектура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3105249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 монолита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61475" y="3524052"/>
            <a:ext cx="2940969" cy="180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приложение растёт, его становится сложнее менять и поддерживать. Разные части системы развиваются с разной скоростью — платёжная система требует частых обновлений, а каталог товаров меняется реже.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23716" y="3105249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Решение и компромисс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023716" y="3524052"/>
            <a:ext cx="2940969" cy="206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Микросервисы позволяют разделить области ответственности. Но это не универсальное решение — оно добавляет сложность в инфраструктуру. Выбор архитектуры всегда зависит от реальных требований проекта.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Независимые сервисы и их границы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1381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микросервис создаётся вокруг конкретной области ответственности. В интернет-магазине это могут быть сервисы пользователей, заказов, оплаты и уведомлений.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733701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026793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950990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Правильное определение границ — одна из самых сложных задач. Слишком много сервисов усложняет управление, слишком мало — теряется смысл подхода.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65312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Взаимодействие между сервисами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58132"/>
            <a:ext cx="6296860" cy="15113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6779" y="2547243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это работает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26779" y="2904728"/>
            <a:ext cx="58424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Сервисы обмениваются информацией через заранее определённые интерфейсы и протоколы. Например, сервис заказа отправляет запрос в сервис оплаты, получает результат и обновляет статус.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22626"/>
            <a:ext cx="6296860" cy="17699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6779" y="4211737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это значит для тестировщика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926779" y="4569222"/>
            <a:ext cx="5842449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Нужно проверять не только работу отдельного сервиса, но и корректность обмена данными между компонентами. Ошибка может быть не внутри сервиса, а в неправильном взаимодействии между ними.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905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Независимое развёртывание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2" y="2443659"/>
            <a:ext cx="6227408" cy="2731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31178" y="4397251"/>
            <a:ext cx="1348150" cy="168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Обновить сервис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504495" y="4613709"/>
            <a:ext cx="1401514" cy="25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Развернуть сервис уведомлений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363163" y="2724755"/>
            <a:ext cx="1348149" cy="168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Система работает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336481" y="2941213"/>
            <a:ext cx="1401514" cy="25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Остальные компоненты без изменений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02189" y="2113359"/>
            <a:ext cx="353428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Гибкость без остановки системы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02189" y="2797870"/>
            <a:ext cx="3534282" cy="2723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Ключевое преимущество микросервисов — возможность обновлять отдельные компоненты без выпуска новой версии всей системы. Если нужно изменить механизм отправки уведомлений, обновляется только соответствующий сервис.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повышает гибкость разработки, но требует более сложного контроля версий и совместимости между компонентами.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31888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Масштабирование отдельных компонентов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661475" y="2340769"/>
            <a:ext cx="3080169" cy="2106513"/>
          </a:xfrm>
          <a:prstGeom prst="roundRect">
            <a:avLst>
              <a:gd name="adj" fmla="val 320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8456" y="2507754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Точечная нагрузка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8456" y="2840633"/>
            <a:ext cx="2746207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 время распродажи резко растут запросы к каталогу товаров — масштабируется только этот сервис, остальные не трогают.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878165" y="2340769"/>
            <a:ext cx="3080169" cy="2106513"/>
          </a:xfrm>
          <a:prstGeom prst="roundRect">
            <a:avLst>
              <a:gd name="adj" fmla="val 320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45146" y="2507754"/>
            <a:ext cx="2746207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Новые области проверки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045146" y="3091656"/>
            <a:ext cx="2746207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Поведение системы при изменении числа экземпляров сервиса, распределение нагрузки и возможные проблемы взаимодействия.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1475" y="4583807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456" y="4750792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это знать тестировщику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8456" y="5083671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Ошибки могут появляться именно при масштабировании — когда несколько копий сервиса работают параллельно.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30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Разные технологии в разных сервисах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2613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Технологическая свобода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210421"/>
            <a:ext cx="52037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Микросервисная архитектура позволяет использовать разные языки программирования и технологии для разных компонентов. Сервис обработки данных может быть написан на одном языке, а сервис аналитики — на другом. Они взаимодействуют через общий интерфейс.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72613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Цена гибкости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3210421"/>
            <a:ext cx="520379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Такая свобода помогает выбрать подходящие инструменты для каждой задачи. Но одновременно усложняет сопровождение — команде нужно поддерживать больше технологий, а тестировщику — понимать особенности каждой из них.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44191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в микросервисной системе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270522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микросервисной архитектуре тестирование становится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распределённым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Недостаточно проверить только интерфейс — нужно понимать, как работают отдельные сервисы и как они взаимодействуют.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3059609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8127" y="308793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22632" y="3111500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Проверяй каждый сервис отдельно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22632" y="3420269"/>
            <a:ext cx="583570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Убедись, что компонент корректно выполняет свою функцию в изоляции.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3879850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8127" y="390817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22632" y="3931741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Проверяй взаимодействие между сервисами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22632" y="4240510"/>
            <a:ext cx="583570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Оформление заказа может включать несколько сервисов — проблема может возникнуть на любом этапе цепочки.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4917777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8127" y="494610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122632" y="4969669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Понимай всю систему целиком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122632" y="5278438"/>
            <a:ext cx="583570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Множество самостоятельных элементов должны корректно работать вместе — это главная сложность.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14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связей между компонентами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34" y="1575098"/>
            <a:ext cx="4524758" cy="45248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68940" y="2563416"/>
            <a:ext cx="566753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Ошибки путешествуют по цепочке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868940" y="3014464"/>
            <a:ext cx="5667531" cy="2114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одного сервиса может проявляться далеко от места её возникновения. Например, неправильная передача данных в сервисе пользователя станет заметна только при создании заказа.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Поэтому тестировщику важно понимать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путь прохождения данных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точки взаимодействия между сервисами — только так можно найти настоящий источник проблемы.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98624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тестировщика в микросервисной архитектуре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23059"/>
            <a:ext cx="425241" cy="4252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8005" y="2723059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Понимать архитектуру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78005" y="3080544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— это специалист, который разбирается в устройстве системы, а не просто ищет ошибки в интерфейсе.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03861"/>
            <a:ext cx="425241" cy="4252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8005" y="3903861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Определять источник проблемы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278005" y="4261346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Чем сложнее система, тем важнее способность найти, где именно возникла ошибка и как она влияет на другие компоненты.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084663"/>
            <a:ext cx="425241" cy="4252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8005" y="5084663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Видеть всю цепочку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278005" y="5442148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Нужно отслеживать, как данные проходят через разные сервисы — от начала до конца пользовательского сценария.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Office PowerPoint</Application>
  <PresentationFormat>Широкоэкранный</PresentationFormat>
  <Paragraphs>67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Montserrat Bold</vt:lpstr>
      <vt:lpstr>Arial</vt:lpstr>
      <vt:lpstr>Open Sans Bold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2026-09-21T20:40:41Z</dcterms:created>
  <dcterms:modified xsi:type="dcterms:W3CDTF">2026-09-21T21:04:19Z</dcterms:modified>
</cp:coreProperties>
</file>