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bold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11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0502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таблица решений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769791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Техника тест-дизайна для систем, где результат зависит от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нескольких условий одновременно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Вместо анализа каждого условия по отдельности — все значимые комбинации в одной структуре.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192091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4597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428331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Ключевая идея: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связать условия с действиями через правила, чтобы видеть, какие сценарии нужно проверить и какой результат ожидается.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15156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таблица решений особенно полезна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233360" y="1907977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9767" y="2084388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Сложная логика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09767" y="2441873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Множество зависимостей: «если A и B, то X; если A и C, то Y»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33360" y="3029942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9767" y="3206353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 пропуска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409767" y="3563838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Высокая вероятность упустить комбинацию при чтении требований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151908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9767" y="4328319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Роли и состояния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09767" y="4685804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Доступ зависит от роли, статуса объекта или подтверждений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5273873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09767" y="5450284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Пробелы заранее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409767" y="5807770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Выявляет неполноту требований до запуска тестов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6084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356717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Условия в таблице решений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727027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Факторы, которые влияют на результат: признаки, состояния, значения параметров. Каждое условие должно иметь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чёткие возможные состояния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804345"/>
            <a:ext cx="6903269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Включайте только условия, которые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реально влияют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 решение — лишние параметры усложняют таблицу без пользы.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90405"/>
            <a:ext cx="2575357" cy="10193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7479" y="5204817"/>
            <a:ext cx="20449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Активная подписка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4990405"/>
            <a:ext cx="2575456" cy="10193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41842" y="5204817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Авторизация пользователя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990405"/>
            <a:ext cx="2575456" cy="10193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06305" y="5204817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Сумма заказа</a:t>
            </a:r>
            <a:endParaRPr lang="en-US" sz="1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4764" y="4990405"/>
            <a:ext cx="2575456" cy="101937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270768" y="5204817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Наличие промокода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46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Действия в таблице решений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5328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Ожидаемые результаты системы при конкретной комбинации условий. Должны быть сформулированы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конкретно и проверяемо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В одной комбинации может быть несколько действий одновременно.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70746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3270746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Разрешение / запрет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3679428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Операция доступна или заблокирована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3270746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2617" y="3270746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Применение скидки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922617" y="3679428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Скидка начисляется или не применяется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5987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0177" y="4359870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Уведомление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370177" y="4768552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отправляет сообщение пользователю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359870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22617" y="4359870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Сообщение об ошибке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922617" y="4768552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Конкретный текст ошибки с кодом или описанием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98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Правила как комбинации условий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9851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колонка таблицы — одно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правило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которое связывает конкретные состояния условий с набором действий. Каждое значимое правило становится основой для одного или нескольких тест-кейсов.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215977"/>
          <a:ext cx="10868744" cy="2199426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Условие / Правило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Правило 1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Правило 2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Правило 3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Авторизован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Да</a:t>
                      </a:r>
                      <a:endParaRPr lang="en-US" sz="14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Да</a:t>
                      </a:r>
                      <a:endParaRPr lang="en-US" sz="14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Нет</a:t>
                      </a:r>
                      <a:endParaRPr lang="en-US" sz="14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6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Подписка активна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Да</a:t>
                      </a:r>
                      <a:endParaRPr lang="en-US" sz="14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Нет</a:t>
                      </a:r>
                      <a:endParaRPr lang="en-US" sz="14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Результат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Операция разрешена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Операция запрещена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Доступ закрыт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1126"/>
            <a:ext cx="5215303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Полные и сокращённые таблицы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765227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Полная таблица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содержит все возможные комбинации. Три бинарных условия дают </a:t>
            </a:r>
            <a:r>
              <a:rPr lang="en-US" sz="1400" b="1" dirty="0">
                <a:solidFill>
                  <a:srgbClr val="27B29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 комбинаций (2³)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3562152"/>
            <a:ext cx="5215303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824288"/>
            <a:ext cx="521530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Сокращённая таблица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объединяет эквивалентные правила, когда несколько комбинаций приводят к одному результату.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4818063"/>
            <a:ext cx="5215303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Экономит место и упрощает анализ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Требует обоснования при объединении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Риск: потеря важного сценария при неправильном сокращении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37" y="951607"/>
            <a:ext cx="4954464" cy="4954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3223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Символ «неважно» в таблице решений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836043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Означает: значение этого условия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влияет на результат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данного правила. Позволяет объединить несколько похожих колонок в одну.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6560" y="2835374"/>
            <a:ext cx="2685884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Пример: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если пользователь не авторизован, наличие подписки неважно — система всё равно запретит доступ.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2697659"/>
            <a:ext cx="19050" cy="1309688"/>
          </a:xfrm>
          <a:prstGeom prst="roundRect">
            <a:avLst>
              <a:gd name="adj" fmla="val 49999"/>
            </a:avLst>
          </a:prstGeom>
          <a:solidFill>
            <a:srgbClr val="27B29F"/>
          </a:solidFill>
          <a:ln/>
        </p:spPr>
      </p:sp>
      <p:sp>
        <p:nvSpPr>
          <p:cNvPr id="8" name="Text 5"/>
          <p:cNvSpPr/>
          <p:nvPr/>
        </p:nvSpPr>
        <p:spPr>
          <a:xfrm>
            <a:off x="4559484" y="2756098"/>
            <a:ext cx="240520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Сокращает размер таблицы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559484" y="3652143"/>
            <a:ext cx="2405201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Требует проверки: условие действительно не меняет результат?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559484" y="5079603"/>
            <a:ext cx="2405201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Если хотя бы при одном значении результат меняется — «неважно» нельзя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60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строить Decision Table на практике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228" y="1328241"/>
            <a:ext cx="8021139" cy="45391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03062" y="1897683"/>
            <a:ext cx="2296894" cy="229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Прочитать требования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03062" y="2192157"/>
            <a:ext cx="2812211" cy="16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Выявить условия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770498" y="2793206"/>
            <a:ext cx="2317909" cy="229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Определить состояния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76196" y="3087680"/>
            <a:ext cx="2812211" cy="16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Варианты для каждого условия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03062" y="3691022"/>
            <a:ext cx="2321603" cy="229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Перечислить действия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03062" y="3985496"/>
            <a:ext cx="2812211" cy="16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возможные ответы системы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278616" y="4587691"/>
            <a:ext cx="2811065" cy="229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Сформировать комбинации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277470" y="4882166"/>
            <a:ext cx="2812211" cy="160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Проверить ожидаемые результаты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1475" y="5986959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для комбинации нет однозначного поведения — это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пробел в требованиях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задача тестировщика придумать результат.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5384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Типичные ошибки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42219"/>
            <a:ext cx="6296860" cy="11677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8163" y="1675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459670" y="1421904"/>
            <a:ext cx="53189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Забытые комбинации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459670" y="1754783"/>
            <a:ext cx="53189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Особенно при большом числе условий и ручном построении таблицы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46449"/>
            <a:ext cx="6296860" cy="1167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8163" y="297963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459670" y="2726134"/>
            <a:ext cx="53189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Неправильное объединение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459670" y="3059013"/>
            <a:ext cx="53189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Два сценария выглядят похожими, но одно условие меняет результат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50680"/>
            <a:ext cx="6296860" cy="11677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8163" y="428386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459670" y="4030365"/>
            <a:ext cx="53189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Слишком много условий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459670" y="4363244"/>
            <a:ext cx="53189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Второстепенные параметры делают таблицу огромной и непрактичной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54910"/>
            <a:ext cx="6296860" cy="1167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78163" y="558809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1459670" y="5334595"/>
            <a:ext cx="53189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Расплывчатые действия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459670" y="5667474"/>
            <a:ext cx="531898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«Система что-то сообщает» вместо конкретного ожидаемого результата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34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Decision Tables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0207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Таблицы решений систематизируют условную логику и делают работу тестировщика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эффективнее и обоснованнее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125391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3119537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Видят скрытые комбинации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3528219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Которые трудно заметить в текстовых требованиях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755" y="3125391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8163" y="3119537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Проверяют полноту требований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828163" y="3528219"/>
            <a:ext cx="47020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 запуска тестов — пробел виден сразу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516934"/>
            <a:ext cx="283461" cy="283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75723" y="4511080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Делают тесты понятными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275723" y="4919762"/>
            <a:ext cx="47019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Полными, обоснованными и воспроизводимыми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755" y="4516934"/>
            <a:ext cx="283461" cy="2834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28163" y="4511080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Помогают консультировать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828163" y="4919762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Объясняют пользователям, почему система ведёт себя именно так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Широкоэкранный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Open Sans</vt:lpstr>
      <vt:lpstr>Montserrat Bold</vt:lpstr>
      <vt:lpstr>Noto Color Emoji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2026-09-29T17:09:16Z</dcterms:created>
  <dcterms:modified xsi:type="dcterms:W3CDTF">2026-09-29T17:21:23Z</dcterms:modified>
</cp:coreProperties>
</file>