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76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4524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Основы эквивалентного разбиения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00661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Техника тест-дизайна, которая позволяет разделить входные данные на группы с одинаковым поведением системы. Вместо проверки каждого значения выбираем представителя класса и проверяем правило для всей группы. Это сокращает количество тестов без потери качества.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609824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означает эквивалентность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980134"/>
            <a:ext cx="6903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Два значения считаются эквивалентными, когда система должна обрабатывать их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одинаково согласно правилу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Например, 25 и 40 лет различаются, но если оба попадают в допустимый диапазон — они относятся к одному классу.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Эквивалентность всегда связана с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поведением системы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с внешним сходством данных. Именно реакция приложения определяет, принадлежат ли два значения одной группе.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09055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Допустимые классы эквивалентности</a:t>
            </a:r>
            <a:endParaRPr lang="en-US" sz="2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35386"/>
            <a:ext cx="6296860" cy="13023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928" y="2305645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входит в допустимый класс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907928" y="2614414"/>
            <a:ext cx="5880151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Данные, которые удовлетворяют правилу и должны быть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приняты системой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При проверке убеждаемся, что приложение действительно разрешает корректное значение.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58679"/>
            <a:ext cx="6296860" cy="10846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7928" y="3728938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Допустимых классов может быть несколько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907928" y="4037707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Например, разные способы доставки заказа обрабатываются по-разному — каждый образует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отдельный допустимый класс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со своей логикой.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64286"/>
            <a:ext cx="6296860" cy="10846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7928" y="4934545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 проверки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907928" y="5243314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Убедиться, что система корректно принимает значения из каждого допустимого класса и выполняет ожидаемое действие.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9508"/>
            <a:ext cx="5226911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Недопустимые классы эквивалентности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3207445"/>
            <a:ext cx="5226911" cy="2206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Недопустимые классы включают данные, которые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нарушают правило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Их выделяют отдельно, потому что система должна правильно отклонять некорректные значения.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различать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разные типы нарушений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значения ниже диапазона, выше диапазона и неправильный тип данных — это разные классы с разными механизмами обработки. Объединять их в один «класс ошибок» — типичная ошибка новичка.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94" y="1076821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08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выделять классы из требования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600" y="1564382"/>
            <a:ext cx="6064396" cy="35993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84520" y="4183647"/>
            <a:ext cx="1507483" cy="580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Отметить границы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384679" y="4038445"/>
            <a:ext cx="1507483" cy="871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меняется ответ?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453861" y="4183647"/>
            <a:ext cx="1507483" cy="580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Прочитать требование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1475" y="5355630"/>
            <a:ext cx="1086874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Ключевой вопрос при анализе: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при каких изменениях входного значения ожидаемая реакция системы должна измениться?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Там, где реакция становится другой, начинается новый класс. Это связывает классы непосредственно с логикой продукта, а не с формальным делением.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38535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Выбор представителя класса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661475" y="2347416"/>
            <a:ext cx="3080169" cy="2093218"/>
          </a:xfrm>
          <a:prstGeom prst="roundRect">
            <a:avLst>
              <a:gd name="adj" fmla="val 322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8456" y="2514402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Принцип выбора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8456" y="2847280"/>
            <a:ext cx="2746207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Представитель должен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действительно принадлежать классу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не создавать дополнительных условий, которые могут исказить результат теста.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878165" y="2347416"/>
            <a:ext cx="3080169" cy="2093218"/>
          </a:xfrm>
          <a:prstGeom prst="roundRect">
            <a:avLst>
              <a:gd name="adj" fmla="val 322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45146" y="2514402"/>
            <a:ext cx="274620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Допустимый диапазон 1–20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045146" y="3098304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Берём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значение внутри группы, без близости к границам. Чистый представитель класса.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1475" y="4577159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456" y="4744145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Недопустимый класс «больше 20»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8456" y="5077023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Берём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25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явно за пределами диапазона, без двусмысленности. Результат легко интерпретировать.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3852"/>
            <a:ext cx="5215303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Один параметр — несколько классов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746772"/>
            <a:ext cx="5215303" cy="267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Одно поле часто имеет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несколько независимых правил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каждое из которых дополнительно разделяет данные. Количество классов получается из логики системы, а не из заранее заданного числа.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Например, поле имени пользователя может одновременно проверяться по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длине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разрешённым символам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уникальности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Каждое правило создаёт свои допустимые и недопустимые классы — независимо друг от друга.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37" y="951706"/>
            <a:ext cx="4954464" cy="49545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37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Классы для нечисловых данных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72382"/>
            <a:ext cx="1524756" cy="1524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83341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Форматы файлов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42098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Поддерживаемые форматы (PDF, DOCX) образуют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допустимый класс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Неподдерживаемые (EXE, BIN) — недопустимый. Поведение системы различается.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072382"/>
            <a:ext cx="1524756" cy="1524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83341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Роли пользователей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242098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Администратор, редактор, гость — каждая роль имеет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разные права доступа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 операциям, значит, каждая образует отдельный класс.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072382"/>
            <a:ext cx="1524756" cy="1524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83341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Даты и строки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242098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Техника применима к любым данным, где существуют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группы значений с одинаковым ожидаемым поведением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системы.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03313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Типичные ошибки при построении классов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5233360" y="2229644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90013" y="225797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694518" y="2281535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Слишком широкие классы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94518" y="2590304"/>
            <a:ext cx="5835702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«Все неправильные данные» как один класс — грубая ошибка. Пустое значение, неправильный тип и значение вне диапазона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обрабатываются по-разному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значит, это разные классы.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3360" y="3485257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90013" y="351358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694518" y="3537148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Пересекающиеся классы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694518" y="3845917"/>
            <a:ext cx="5835702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Одни и те же данные не могут одновременно относиться к двум классам. Если классы пересекаются — значит,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граница между ними определена неверно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3360" y="4740870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90013" y="476919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694518" y="4792762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Классы без опоры на требования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694518" y="5101530"/>
            <a:ext cx="5835702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система не обрабатывает значения по-разному — деление не имеет смысла.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Каждый класс должен быть обоснован поведением продукта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интуицией тестировщика.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6913"/>
            <a:ext cx="3579227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применение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2489200"/>
            <a:ext cx="3579227" cy="2080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Определяем параметр, читаем правила, разделяем значения по ожидаемому поведению. Для каждого класса выбираем представителя и формируем проверку.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Вместо огромного количества вариантов получаем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небольшой, логически обоснованный набор тестов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Техника помогает не путать хорошее тестирование с большим количеством тестов — сокращение становится обоснованным и связано с требованиями продукта.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4688780"/>
            <a:ext cx="3579227" cy="659011"/>
          </a:xfrm>
          <a:prstGeom prst="roundRect">
            <a:avLst>
              <a:gd name="adj" fmla="val 9035"/>
            </a:avLst>
          </a:prstGeom>
          <a:solidFill>
            <a:srgbClr val="D5F6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4858841"/>
            <a:ext cx="177200" cy="1416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2037" y="4819848"/>
            <a:ext cx="29769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Хорошее тестирование — это не много тестов, а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правильные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тесты.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863" y="2156222"/>
            <a:ext cx="5207663" cy="25455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8980" y="3032062"/>
            <a:ext cx="1486366" cy="151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Определить параметр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8225398" y="2449305"/>
            <a:ext cx="1685756" cy="151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Разделить по поведению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865049" y="3647195"/>
            <a:ext cx="1604146" cy="151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Выбрать представителя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448673" y="4240745"/>
            <a:ext cx="1214048" cy="151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Написать тест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Microsoft Office PowerPoint</Application>
  <PresentationFormat>Широкоэкранный</PresentationFormat>
  <Paragraphs>65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Arial</vt:lpstr>
      <vt:lpstr>Montserrat Bold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2026-09-29T14:35:40Z</dcterms:created>
  <dcterms:modified xsi:type="dcterms:W3CDTF">2026-09-29T14:36:07Z</dcterms:modified>
</cp:coreProperties>
</file>