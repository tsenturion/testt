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Open Sans" panose="020B0606030504020204" pitchFamily="34" charset="0"/>
      <p:regular r:id="rId18"/>
    </p:embeddedFont>
    <p:embeddedFont>
      <p:font typeface="Open Sans Bold" panose="020B0806030504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449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544684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проверять данные в базе после API-запроса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957756"/>
            <a:ext cx="2940969" cy="206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HTTP-ответ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201 Created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говорит, что сервер принял запрос — но не гарантирует, что данные действительно сохранились. Проверка через базу данных — это </a:t>
            </a:r>
            <a:r>
              <a:rPr lang="en-US" sz="130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второй уровень верификации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который подтверждает реальное изменение состояния системы.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595601" y="2990255"/>
            <a:ext cx="2940969" cy="2170311"/>
          </a:xfrm>
          <a:prstGeom prst="roundRect">
            <a:avLst>
              <a:gd name="adj" fmla="val 3292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658" y="3227487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8335" y="3172465"/>
            <a:ext cx="2218178" cy="180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может возникнуть между обработкой запроса и сохранением — пользователь не получит созданный объект, хотя API ответил успехом.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7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 запроса к записи в таблице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42014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Сервер не просто копирует данные из POST-запроса в базу. Он обрабатывает информацию по внутренним правилам: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195042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Проверяет и валидирует значения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Преобразует форматы данных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Добавляет автоматические поля: ID, дату, статус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40451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Структура запроса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может отличаться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от структуры таблицы. Поэтому проверяйте не только переданные поля, но и значения, которые система создала сама.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1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Поиск записи по идентификатору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610221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367319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Проверить запись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367319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Выполнить SQL по ID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214476"/>
            <a:ext cx="1586812" cy="917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API возвращает ID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61161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Сервер обычно возвращает ID созданного объекта. Используйте его для точного поиска: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SELECT * FROM users WHERE id = 125;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это надёжнее, чем поиск по имени или email, где можно попасть на чужую запись.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17679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Состояние базы до и после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277467"/>
            <a:ext cx="897808" cy="13019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1721" y="2456954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 запроса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301721" y="2839740"/>
            <a:ext cx="5228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Убедитесь, что объект с выбранным уникальным значением отсутствует в базе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3579416"/>
            <a:ext cx="897808" cy="10774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01721" y="3758902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Отправить запрос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6301721" y="4141688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Выполните POST-запрос и зафиксируйте возвращённый ID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4656832"/>
            <a:ext cx="897808" cy="13019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01721" y="4836319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После запроса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301721" y="5219105"/>
            <a:ext cx="5228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Повторно проверьте базу — запись должна появиться именно сейчас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912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корректности значений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038548"/>
            <a:ext cx="5226911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Наличие записи — это только половина проверки. Важно убедиться, что сохранились </a:t>
            </a:r>
            <a:r>
              <a:rPr lang="en-US" sz="130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правильные значения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может автоматически преобразовывать данные по своим правилам — это не дефект, если предусмотрено требованиями.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2073077"/>
            <a:ext cx="5226911" cy="1055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74963" y="2262188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Email → нижний регистр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574963" y="2680990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Ivan@Mail.com → ivan@mail.com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3281759"/>
            <a:ext cx="5226911" cy="1055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74963" y="3470870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Статус → начальное значение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574963" y="3889673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Автоматически устанавливается «active» или «pending»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4490442"/>
            <a:ext cx="5226911" cy="1055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74963" y="4679553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Телефон → форматирование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574963" y="5098355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79001234567 → +7 (900) 123-45-67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7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Полнота сохранения объекта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4453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POST-запрос может создавать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несколько записей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разных таблицах. Например, при создании заказа: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119438"/>
            <a:ext cx="6903269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Основная информация о заказе — в таблице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Состав товаров — в таблице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002980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296073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220270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Частичное сохранение — когда основная запись создана, но связанные данные отсутствуют — это дефект, даже если API вернул успех.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38019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Фиксация данных в транзакции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61475" y="2297807"/>
            <a:ext cx="3063104" cy="2155329"/>
          </a:xfrm>
          <a:prstGeom prst="roundRect">
            <a:avLst>
              <a:gd name="adj" fmla="val 349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307" y="2483644"/>
            <a:ext cx="269144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Отдельное подключение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3146921"/>
            <a:ext cx="269144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Проверяйте результат через новое соединение с базой — не через то же, что выполняло запрос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5131" y="2297807"/>
            <a:ext cx="3063203" cy="2155329"/>
          </a:xfrm>
          <a:prstGeom prst="roundRect">
            <a:avLst>
              <a:gd name="adj" fmla="val 349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0964" y="2483644"/>
            <a:ext cx="2691539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Незафиксированная транзакция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80964" y="3146921"/>
            <a:ext cx="2691539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Пока транзакция не завершена, другие подключения не видят изменений — это нормально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623693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307" y="4809530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Асинхронная обработка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7307" y="5192316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данные сохраняются отдельным процессом, проверяйте появление записи в пределах установленного времени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1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Защита от дублирования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22463"/>
            <a:ext cx="6110135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пользователь повторит запрос из-за сетевого сбоя, может появиться </a:t>
            </a:r>
            <a:r>
              <a:rPr lang="en-US" sz="145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дубликат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Метод POST сам по себе не защищает от этого.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Проверьте количество созданных записей: одна логическая операция должна создавать строго один объект. Некоторые API используют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идентификаторы операций (idempotency key)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для распознавания повторных запросов.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117" y="1717278"/>
            <a:ext cx="4297354" cy="42974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722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запись может не найтись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1529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после успешного запроса запись не обнаружена — сначала проверьте технические моменты, прежде чем фиксировать дефект.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275723" y="3397647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Правильная база и схема?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275723" y="4101604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тестовых средах часто существует несколько экземпляров базы данных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77383" y="339764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Нужная таблица?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4977383" y="380632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Убедитесь, что обращаетесь именно к той таблице, куда должны попасть данные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79042" y="3397647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Задержка репликации?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679042" y="4101604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Между основной базой и репликой может быть задержка синхронизации — проверяйте мастер-узел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542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Полный сценарий проверки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927523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Пример: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POST-запрос на создание пользователя с именем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Ivan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email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ivan_test@example.com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Сервер возвращает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ID 125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641203"/>
            <a:ext cx="6911306" cy="1638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Найти запись: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id = 125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Убедиться, что имя и email совпадают с отправленными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Проверить автоматические поля: дата создания, статус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Убедиться, что дубликаты не появились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Проверить, что все обязательные данные сохранены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1475" y="4472087"/>
            <a:ext cx="6911306" cy="1236960"/>
          </a:xfrm>
          <a:prstGeom prst="roundRect">
            <a:avLst>
              <a:gd name="adj" fmla="val 6097"/>
            </a:avLst>
          </a:prstGeom>
          <a:solidFill>
            <a:srgbClr val="D5F6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4739977"/>
            <a:ext cx="224427" cy="1794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4867" y="4670425"/>
            <a:ext cx="6148432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расхождении зафиксируйте запрос, ответ и фактическое состояние базы — это точно определит, на каком этапе проявляется проблема.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75" y="2165846"/>
            <a:ext cx="3343191" cy="3343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620</Words>
  <Application>Microsoft Office PowerPoint</Application>
  <PresentationFormat>Широкоэкранный</PresentationFormat>
  <Paragraphs>71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Montserrat Bold</vt:lpstr>
      <vt:lpstr>Arial</vt:lpstr>
      <vt:lpstr>Open Sans Bold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2026-10-08T06:14:34Z</dcterms:created>
  <dcterms:modified xsi:type="dcterms:W3CDTF">2026-10-08T07:36:40Z</dcterms:modified>
</cp:coreProperties>
</file>