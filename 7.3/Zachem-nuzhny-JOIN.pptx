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95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84771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нужны JOIN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01230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в базе часто распределены по разным таблицам. JOIN позволяет объединить информацию из нескольких источников в одном результате — например, увидеть пользователя и его заказы одновременно.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это инструмент проверки: через JOIN можно убедиться, что связи между данными установлены правильно после действий пользователя в приложении.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Логика соединения таблиц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878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Соединение работает по условию — обычно это связь между идентификатором одной таблицы и внешним ключом другой.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346252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63934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563541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users.id = orders.user_id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типичный пример условия JOIN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429587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База ищет совпадающие значения и формирует общую строку результата. Неправильное условие соединения приведёт к неверному результату, даже если сами данные корректны.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113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INNER JOIN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2602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возвращает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668885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строки, для которых найдено совпадение в обеих таблицах одновременно.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2602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отсекает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6688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без заказов — не попадёт в результат. Только реально существующие связи.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удобен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нужно видеть только объекты, имеющие соответствующую запись во второй таблице.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36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связанных данных через INNER JOIN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4342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Сценарий тестировщика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15828"/>
            <a:ext cx="3504219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создания заказа в приложении — соединить таблицы и убедиться, что заказ связан с правильным пользователем.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помогает обнаружить ошибки, которые незаметны при просмотре одной таблицы, особенно если интерфейс отображает данные из нескольких источников одновременно.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3215084"/>
            <a:ext cx="6903269" cy="18923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1250" y="4453259"/>
            <a:ext cx="1905848" cy="2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Проверить JOIN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61250" y="3614665"/>
            <a:ext cx="1905848" cy="2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Создать заказ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157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LEFT JOIN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76926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Возвращает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все строки из левой таблицы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плюс совпадающие строки из правой. Если совпадения нет — поля правой таблицы будут </a:t>
            </a:r>
            <a:r>
              <a:rPr lang="en-US" sz="145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NULL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889151"/>
            <a:ext cx="6296860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49364" y="3103563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Левая таблица: пользователи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549364" y="3512245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пользователи попадают в результат — независимо от того, есть у них заказы или нет.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520505"/>
            <a:ext cx="629686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49364" y="4734917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Правая таблица: заказы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549364" y="5143599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у пользователя нет заказов — поля заказа будут NULL, но сам пользователь останется в выборке.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4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нарушенных связей через LEFT JOIN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30656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«Осиротевшие» записи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717646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 JOIN с поиском NULL — способ найти объекты, которые существуют, но ссылаются на отсутствующую сущность.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659" y="3370461"/>
            <a:ext cx="5226911" cy="8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Заказ без пользователя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 без автора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Запись без родительского объекта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659" y="4425553"/>
            <a:ext cx="5226911" cy="877491"/>
          </a:xfrm>
          <a:prstGeom prst="roundRect">
            <a:avLst>
              <a:gd name="adj" fmla="val 8142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715" y="4662785"/>
            <a:ext cx="212620" cy="1700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62392" y="4607763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Такие ошибки часто приводят к сбоям интерфейса или невозможности открыть объект.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4597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RIGHT JOIN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49949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Зеркален LEFT JOIN: возвращает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все строки из правой таблицы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добавляет совпадающие из левой. Отсутствующие значения слева будут </a:t>
            </a:r>
            <a:r>
              <a:rPr lang="en-US" sz="145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NULL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19375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625725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5428717" y="281473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RIGHT JOIN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322341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Правая таблица — обязательная сторона. Все её строки попадают в результат.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9710" y="4017268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5239710" y="401726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5428717" y="420628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= LEFT JOIN наоборот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61496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Большинство задач с RIGHT JOIN можно переписать через LEFT JOIN, поменяв таблицы местами.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233360" y="56277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Главное — понимать логику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обязательной стороны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соединения, а не запоминать направление.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46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NULL в результатах JOIN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496445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Два разных смысла NULL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2959596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8843" y="2993281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36036" y="3021310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не заполнено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236036" y="3472359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Запись существует, но поле пустое в самой таблице.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1475" y="409356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8843" y="4127252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36036" y="4155281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Строки нет вовсе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36036" y="4606330"/>
            <a:ext cx="6336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Подходящей строки во второй таблице не нашлось — внешнее соединение подставило NULL.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75" y="1528961"/>
            <a:ext cx="3343191" cy="33432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17270" y="5064125"/>
            <a:ext cx="351920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Нужно понимать, из какой таблицы пришло поле и почему оно стало NULL — это принципиально важно при анализе результата.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968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Ошибки при построении JOIN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43013"/>
            <a:ext cx="6296860" cy="1252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9970" y="250993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514040" y="2232124"/>
            <a:ext cx="5255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Соединение не по тем полям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514040" y="2589609"/>
            <a:ext cx="5255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База вернёт результат, но он будет логически неправильным. Самая опасная ошибка — она не бросается в глаза.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48943"/>
            <a:ext cx="6296860" cy="12528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9970" y="3915866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514040" y="3638054"/>
            <a:ext cx="5255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Отсутствие условия соединения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514040" y="3995539"/>
            <a:ext cx="5255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строка одной таблицы соединится с каждой строкой другой. Результат неожиданно огромен.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54873"/>
            <a:ext cx="6296860" cy="12528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9970" y="5321796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514040" y="5043984"/>
            <a:ext cx="5255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Слишком широкое условие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514040" y="5401469"/>
            <a:ext cx="5255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строка может соединиться с множеством строк — дубли в результате, искажённая картина данных.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89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JOIN как инструмент проверки целостности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1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00964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даёт тестировщику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77336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помогает убедиться, что связанные сущности остались согласованными после действий пользователя: заказ связан с правильным клиентом, документ — с правильным автором.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Через внешние соединения можно находить отсутствующие связи и обнаруживать проблемы, которые незаметны при просмотре одной таблицы.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970562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26365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5187851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— это инструмент проверки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связности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базы данных, а не только выборки данных.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605</Words>
  <Application>Microsoft Office PowerPoint</Application>
  <PresentationFormat>Широкоэкранный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2026-10-08T06:05:03Z</dcterms:created>
  <dcterms:modified xsi:type="dcterms:W3CDTF">2026-10-08T06:17:56Z</dcterms:modified>
</cp:coreProperties>
</file>