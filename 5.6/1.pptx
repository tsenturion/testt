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ontserrat Bold"/>
      <p:regular r:id="rId201314"/>
    </p:embeddedFont>
    <p:embeddedFont>
      <p:font typeface="Open Sans Bold"/>
      <p:regular r:id="rId201315"/>
    </p:embeddedFont>
    <p:embeddedFont>
      <p:font typeface="Open Sans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55861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Сущность тестирования безопасности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234109"/>
            <a:ext cx="629686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Тестирование безопасности — это не просто проверка работоспособности. Это поиск способов обойти установленные ограничения и защитить систему от несанкционированных действий.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32097" y="3266281"/>
            <a:ext cx="3188116" cy="2735759"/>
          </a:xfrm>
          <a:prstGeom prst="roundRect">
            <a:avLst>
              <a:gd name="adj" fmla="val 4726"/>
            </a:avLst>
          </a:prstGeom>
          <a:solidFill>
            <a:srgbClr val="27B29F"/>
          </a:solidFill>
          <a:ln/>
        </p:spPr>
      </p:sp>
      <p:sp>
        <p:nvSpPr>
          <p:cNvPr id="7" name="Text 4"/>
          <p:cNvSpPr/>
          <p:nvPr/>
        </p:nvSpPr>
        <p:spPr>
          <a:xfrm>
            <a:off x="711579" y="3436838"/>
            <a:ext cx="282915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Ключевой принцип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11579" y="3887887"/>
            <a:ext cx="2829152" cy="196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Интерфейс может скрывать кнопку — но это не защита. Ограничения должны контролироваться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на стороне сервера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потому что клиентскую часть пользователь может изменить.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035324" y="3436838"/>
            <a:ext cx="2929360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проверяет тестировщик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035324" y="4168378"/>
            <a:ext cx="2929360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Может ли система защитить свои данные и функции от тех, кто не имеет на это права? Ответ на этот вопрос — суть тестирования безопасности.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83816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Угроза, уязвимость и риск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5233360" y="2062063"/>
            <a:ext cx="3063104" cy="1594743"/>
          </a:xfrm>
          <a:prstGeom prst="roundRect">
            <a:avLst>
              <a:gd name="adj" fmla="val 472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19193" y="2247900"/>
            <a:ext cx="269144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Угроза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419193" y="2630686"/>
            <a:ext cx="269144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Потенциальное опасное воздействие на систему — то, что может произойти.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467017" y="2062063"/>
            <a:ext cx="3063203" cy="1594743"/>
          </a:xfrm>
          <a:prstGeom prst="roundRect">
            <a:avLst>
              <a:gd name="adj" fmla="val 472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2849" y="2247900"/>
            <a:ext cx="269153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🔓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Уязвимость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652849" y="2630686"/>
            <a:ext cx="2691539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Слабое место, через которое угроза способна привести к нежелательному результату.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233360" y="3827363"/>
            <a:ext cx="6296860" cy="1314648"/>
          </a:xfrm>
          <a:prstGeom prst="roundRect">
            <a:avLst>
              <a:gd name="adj" fmla="val 573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19193" y="4013200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Риск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419193" y="4395986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Сочетание вероятности реализации угрозы и тяжести её последствий.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233360" y="5333901"/>
            <a:ext cx="629686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Задача тестировщика — не просто зафиксировать необычное поведение, но понять, как оно влияет на защищаемые свойства системы.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03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Три столпа защищённой информации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201" y="1967111"/>
            <a:ext cx="2175019" cy="30228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49205" y="2181523"/>
            <a:ext cx="164460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Конфиденциальность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49205" y="2961084"/>
            <a:ext cx="164460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Данные получают только авторизованные пользователи и системы.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7227" y="1967111"/>
            <a:ext cx="2175118" cy="30228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3231" y="2181523"/>
            <a:ext cx="16447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Целостность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313231" y="2961084"/>
            <a:ext cx="164470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Несанкционированное изменение данных или результатов операций исключено.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61353" y="1967111"/>
            <a:ext cx="2175118" cy="30228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7356" y="2181523"/>
            <a:ext cx="16447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Доступность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677356" y="2961084"/>
            <a:ext cx="164470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Защитные механизмы не мешают законному использованию системы.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4633201" y="5202634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Безопасность — это баланс между защитой данных и управляемым доступом.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48990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OWASP Top 10 как ориентир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197795"/>
            <a:ext cx="29293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это такое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61475" y="2648843"/>
            <a:ext cx="2929360" cy="2240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OWASP Top 10:2025 — документ для повышения осведомлённости, определяющий наиболее значимые классы рисков веб-приложений. Это карта типичных проблем, а не готовый чек-лист.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35324" y="2197795"/>
            <a:ext cx="29293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Важное ограничение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035324" y="2648843"/>
            <a:ext cx="2929360" cy="196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десяти категорий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 гарантирует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полную безопасность. Конкретный продукт может иметь дополнительные риски, связанные с его архитектурой и бизнес-логикой.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1475" y="5234980"/>
            <a:ext cx="6296860" cy="973931"/>
          </a:xfrm>
          <a:prstGeom prst="roundRect">
            <a:avLst>
              <a:gd name="adj" fmla="val 7744"/>
            </a:avLst>
          </a:prstGeom>
          <a:solidFill>
            <a:srgbClr val="D5F6F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57" y="5477470"/>
            <a:ext cx="224427" cy="1794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44867" y="5450384"/>
            <a:ext cx="553398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Используйте OWASP как направление для анализа, а не как исчерпывающий список требований.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1643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Нарушение контроля доступа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210" y="2649041"/>
            <a:ext cx="6565736" cy="2376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167" y="4445729"/>
            <a:ext cx="1657700" cy="205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Данные раскрыты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16167" y="3729312"/>
            <a:ext cx="1644793" cy="205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Нет проверки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316167" y="3005585"/>
            <a:ext cx="1644793" cy="205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Запрос объекта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017270" y="1909266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проверять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017270" y="2360315"/>
            <a:ext cx="3519201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наличие ролей в интерфейсе, а фактическое выполнение ограничений сервером. Пользователь может изменить номер в запросе и получить чужие данные.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17270" y="3931345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Ключевой принцип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017270" y="4382393"/>
            <a:ext cx="3519201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Каждая защищённая операция должна проверять разрешение для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текущего пользователя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конкретного ресурса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независимо от того, что показывает интерфейс.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98698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Injection и SQL Injection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1459905"/>
            <a:ext cx="629686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Injection возникает, когда приложение смешивает пользовательские данные с командами, которые интерпретирует другая система. Введённая информация перестаёт быть просто данными.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407841"/>
            <a:ext cx="850581" cy="1020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65147" y="2577902"/>
            <a:ext cx="52931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Пользователь вводит данные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665147" y="2935387"/>
            <a:ext cx="529318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Текст попадает в поле формы или параметр запроса.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428504"/>
            <a:ext cx="850581" cy="10206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65147" y="3598565"/>
            <a:ext cx="52931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Данные смешиваются с командой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1665147" y="3956050"/>
            <a:ext cx="529318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ввода воспринимается СУБД как элемент SQL-запроса.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449167"/>
            <a:ext cx="850581" cy="10206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65147" y="4619228"/>
            <a:ext cx="52931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Смысл операции изменён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1665147" y="4976713"/>
            <a:ext cx="529318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Атакующий получает доступ к данным или управляет базой.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61475" y="5642074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Защита: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параметризованные запросы — структура SQL отделяется от пользовательских значений.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Cross-Site Scripting (XSS)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238177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это работает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722463"/>
            <a:ext cx="690326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Браузер интерпретирует HTML и JavaScript. Если приложение выводит пользовательский текст без корректной обработки, специальные конструкции могут изменить структуру страницы или запустить сценарий.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4121150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Где искать при тестировании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4605437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Проверяйте точки, где введённые данные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отображаются в браузере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особенно если они сохраняются и показываются другим пользователям. Это наиболее опасный сценарий.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8107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Обработка пользовательского ввода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4974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45846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Каналы ввода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86715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Параметры запроса, заголовки, загруженные файлы, URL, cookie — всё это потенциально недоверенные данные.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749748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45846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Где проверять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86715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Только на сервере. Ограничение средствами браузера недостаточно — запрос можно сформировать без стандартной формы.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74974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45846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Валидация vs. защита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86715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разные задачи. Способ защиты зависит от того, куда передаются данные и как они там интерпретируются.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03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64567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Аутентификация, сессия и защита учётной записи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233360" y="1790898"/>
            <a:ext cx="629686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входа приложение поддерживает состояние пользовательской сессии. Ошибка в управлении этим состоянием может позволить постороннему получить доступ к чужой сессии.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579985"/>
            <a:ext cx="3087908" cy="1973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86581" y="2693392"/>
            <a:ext cx="1813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03616" y="3184823"/>
            <a:ext cx="274739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Завершение сессии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403616" y="3493591"/>
            <a:ext cx="274739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Старое состояние не должно давать доступ после выхода из системы.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2213" y="2579985"/>
            <a:ext cx="3088007" cy="19731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895533" y="2693392"/>
            <a:ext cx="1813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612468" y="3184823"/>
            <a:ext cx="2747497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Изменение учётной записи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8612468" y="3729831"/>
            <a:ext cx="2747497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Смена пароля или email должна аннулировать прежние механизмы доступа.</a:t>
            </a:r>
            <a:endParaRPr lang="en-US" sz="11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674096"/>
            <a:ext cx="6296860" cy="151923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91107" y="4787503"/>
            <a:ext cx="1813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5403616" y="5278934"/>
            <a:ext cx="59563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Весь жизненный цикл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5403616" y="5587702"/>
            <a:ext cx="595634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Безопасность проявляется на протяжении всей сессии, а не только в момент входа.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856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Организация тестирования безопасности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8234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Правила проведения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66628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Тестирование — только в разрешённой среде и в пределах согласованного объёма. Некоторые проверки создают некорректные запросы, способные повлиять на реальные данные промышленной системы.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26531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оформлять находки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749602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Фиксируйте конкретное условие, наблюдаемое поведение и возможное последствие. Отчёт должен содержать ровно столько деталей, сколько нужно разработчику для воспроизведения и исправления.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6651" y="2193330"/>
            <a:ext cx="5476043" cy="3936008"/>
          </a:xfrm>
          <a:prstGeom prst="roundRect">
            <a:avLst>
              <a:gd name="adj" fmla="val 3458"/>
            </a:avLst>
          </a:prstGeom>
          <a:solidFill>
            <a:srgbClr val="27B29F"/>
          </a:solidFill>
          <a:ln/>
        </p:spPr>
      </p:sp>
      <p:sp>
        <p:nvSpPr>
          <p:cNvPr id="8" name="Text 6"/>
          <p:cNvSpPr/>
          <p:nvPr/>
        </p:nvSpPr>
        <p:spPr>
          <a:xfrm>
            <a:off x="6385658" y="2382341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Главная задача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85658" y="2866628"/>
            <a:ext cx="509802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Обнаружить слабые места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до реальной эксплуатации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проверив границы доверия и правильность защитных ограничений.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85658" y="4033738"/>
            <a:ext cx="5098029" cy="2540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385658" y="4318992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Запомните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385658" y="4803279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безопасности думает как атакующий, но действует в интересах защиты.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2026-10-05T12:44:26Z</dcterms:created>
  <dcterms:modified xsi:type="dcterms:W3CDTF">2026-10-05T12:44:26Z</dcterms:modified>
</cp:coreProperties>
</file>