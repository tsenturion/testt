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bold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570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53183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тестирование состояний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996605"/>
            <a:ext cx="6296860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State-Transition Testing — это подход, при котором система рассматривается как объект, переходящий из одного состояния в другое. Одно и то же действие может давать разные результаты в зависимости от текущего состояния объекта.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интернет-магазине адрес доставки можно изменить, пока заказ только создан. После отправки та же операция становится недоступной. Действие одинаковое — результат разный.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222375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состояние системы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592685"/>
            <a:ext cx="6903269" cy="306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Состояние — это положение объекта, которое определяет его дальнейшее поведение. Оно имеет смысл только тогда, когда его изменение меняет разрешённые действия или ожидаемые результаты.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Учётная запись может быть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активной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заблокированной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или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удалённой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Активная пропускает вход, заблокированная отказывает в доступе, удалённая не участвует в авторизации вовсе.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не путать состояние с обычным значением поля. Имя пользователя — не состояние, если его изменение не влияет на правила работы системы.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08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переход между состояниями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600" y="1564382"/>
            <a:ext cx="6064396" cy="35993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4520" y="4183647"/>
            <a:ext cx="1507483" cy="580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Заказ оплачен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384679" y="4183647"/>
            <a:ext cx="1507483" cy="580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Событие оплаты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453861" y="4183647"/>
            <a:ext cx="1507483" cy="580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Заказ создан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1475" y="5355630"/>
            <a:ext cx="1086874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— это изменение состояния объекта в результате события. При тестировании важно проверять не только выполнение действия, но и итоговое состояние: система может показать сообщение об успехе, но оставить объект в старом состоянии — это ошибка.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59656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События, которые запускают переход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2437904"/>
            <a:ext cx="3063104" cy="1875234"/>
          </a:xfrm>
          <a:prstGeom prst="roundRect">
            <a:avLst>
              <a:gd name="adj" fmla="val 402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2623741"/>
            <a:ext cx="269144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Действие пользователя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3287018"/>
            <a:ext cx="269144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Сотрудник нажимает «Взять в работу» — заявка переходит из «новая» в «в обработке».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131" y="2437904"/>
            <a:ext cx="3063203" cy="1875234"/>
          </a:xfrm>
          <a:prstGeom prst="roundRect">
            <a:avLst>
              <a:gd name="adj" fmla="val 402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0964" y="2623741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Внешнее событие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80964" y="3006527"/>
            <a:ext cx="269153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Платёжная система подтверждает оплату — заказ переходит из «создан» в «оплачен».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483695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307" y="4669532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Истечение времени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307" y="5052318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Сессия пользователя истекает — учётная запись переходит в «неактивна».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062"/>
            <a:ext cx="5215303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Допустимые переходы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389981"/>
            <a:ext cx="5215303" cy="3388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Допустимый переход — это изменение состояния, разрешённое правилами системы. Для каждого состояния нужно знать, куда объект может перейти и при каких условиях.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Заказ из состояния «создан» может перейти в «оплачен» или в «отменён». Но прямой переход из «создан» в «доставлен» запрещён — он пропускает обязательные этапы.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тестировании: проверяем исходное состояние, выполняем событие и убеждаемся, что объект оказался в правильном новом состоянии.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37" y="951706"/>
            <a:ext cx="4954464" cy="4954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61281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Недопустимые переходы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178348"/>
            <a:ext cx="6296860" cy="187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запрещённых переходов часто выявляет ошибки бизнес-логики, потому что разработка обычно ориентирована на нормальный путь пользователя.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Оплаченный и отправленный заказ нельзя отменить обычным способом. Если система всё же позволяет это и переводит заказ обратно в «отменён» — это нарушение логики процесса.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4242693"/>
            <a:ext cx="6296860" cy="1254026"/>
          </a:xfrm>
          <a:prstGeom prst="roundRect">
            <a:avLst>
              <a:gd name="adj" fmla="val 6014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843" y="4485184"/>
            <a:ext cx="224427" cy="1794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16752" y="4458097"/>
            <a:ext cx="553398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негативной проверке важно убедиться, что система не только отклонила действие, но и сохранила корректное исходное состояние. Объект не должен частично измениться.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582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Последовательности переходов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995487"/>
            <a:ext cx="3549264" cy="357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Некоторые дефекты невозможно обнаружить проверкой одного перехода — они проявляются только после определённой последовательности состояний.</a:t>
            </a:r>
            <a:endParaRPr lang="en-US" sz="1250" dirty="0"/>
          </a:p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Заказ проходит цепочку: «создан» → «оплачен» → «отправлен» → «доставлен». Ошибка может проявиться лишь после нескольких предыдущих действий, когда накоплен определённый контекст.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Нужно рассматривать полный жизненный путь объекта, особенно если история предыдущих состояний влияет на доступность последующих операций.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588" y="2490887"/>
            <a:ext cx="5888287" cy="2582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3079" y="4401484"/>
            <a:ext cx="889927" cy="159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Оплачен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13079" y="4606155"/>
            <a:ext cx="889927" cy="235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Платёж подтверждён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740165" y="4283568"/>
            <a:ext cx="889927" cy="159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Доставлен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740165" y="4488239"/>
            <a:ext cx="889927" cy="353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Клиент получил заказ — возможны баги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30696" y="2723036"/>
            <a:ext cx="889927" cy="159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Создан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30696" y="2927708"/>
            <a:ext cx="889927" cy="353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Заказ зарегистрирован в системе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346451" y="2723036"/>
            <a:ext cx="889927" cy="159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Отправлен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346451" y="2927708"/>
            <a:ext cx="889927" cy="235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Товар передан в доставку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417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Таблица переходов состояний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848545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сложных процессов удобно использовать таблицу, где фиксируется текущее состояние, событие, ожидаемое новое состояние и реакция системы.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19945"/>
          <a:ext cx="10868745" cy="2719716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86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Текущее состояние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Событие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Новое состояние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Реакция системы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Активен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Успешный ввод пароля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Активен (вход выполнен)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Открыть сессию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Активен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неверных пароля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Заблокирован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Отказать в доступе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Заблокирован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Успешный ввод пароля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Заблокирован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Отказать, показать сообщение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Заблокирован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Разблокировка администратором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Активен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Восстановить доступ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2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Активен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Удаление учётной записи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Удалён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Исключить из авторизации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288459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Таблица помогает найти пропуски в требованиях: если для состояния существует событие, но ожидаемый результат не описан — это заметно ещё до выполнения теста.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37345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строить тесты по состояниям на практике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661475" y="2346226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1650" y="237628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159441" y="2401391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Определить объект и его состояния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59441" y="2734270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Выбрать сущность с несколькими значимыми состояниями: заказ, заявка, учётная запись.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3482777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1650" y="351284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159441" y="3537942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Зафиксировать события и переходы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159441" y="3870821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Выяснить, какие события переводят объект из одного состояния в другое, и разделить их на разрешённые и запрещённые.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4619327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1650" y="464939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159441" y="4674493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Подготовить начальное состояние и выполнить тест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159441" y="5007372"/>
            <a:ext cx="579889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Подготовка начального состояния — полноценная часть теста. Выполнить событие и проверить итог: правильное новое состояние или корректный отказ.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1757263"/>
            <a:ext cx="3343191" cy="3343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5165" y="1237059"/>
            <a:ext cx="6911306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State-Transition Testing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4625165" y="2529979"/>
            <a:ext cx="6911306" cy="3107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Техника особенно полезна для систем, где объект проходит жизненный цикл: заказы, заявки, платежи, учётные записи, документы. Для каждой сущности доступны разные действия в зависимости от текущего состояния.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State-Transition Testing помогает находить ошибки, невидимые при обычной проверке отдельных функций. Функция может работать технически правильно, но быть доступной в неправильном состоянии или переводить объект туда, куда не следует.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Главный смысл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контролировать не только отдельное действие, но и то, </a:t>
            </a:r>
            <a:r>
              <a:rPr lang="en-US" sz="140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откуда система пришла, куда должна перейти и разрешён ли такой переход вообще.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793</Words>
  <Application>Microsoft Office PowerPoint</Application>
  <PresentationFormat>Широкоэкранный</PresentationFormat>
  <Paragraphs>90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 Bold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2026-09-29T17:20:58Z</dcterms:created>
  <dcterms:modified xsi:type="dcterms:W3CDTF">2026-09-29T17:38:16Z</dcterms:modified>
</cp:coreProperties>
</file>