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italic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52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42157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 синхронизации в автотестах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247033"/>
            <a:ext cx="2917851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Браузер выполняет команды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быстрее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чем приложение успевает подготовить интерфейс. Тест нажимает кнопку — элемент ещё не появился — тест падает. Хотя приложение работает корректно.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482594" y="3076972"/>
            <a:ext cx="3190101" cy="2759472"/>
          </a:xfrm>
          <a:prstGeom prst="roundRect">
            <a:avLst>
              <a:gd name="adj" fmla="val 4932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8671601" y="3277871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71601" y="3750270"/>
            <a:ext cx="281208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Ожидания приостанавливают выполнение теста до наступления нужного условия — не дольше и не меньше.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67292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Асинхронность веб-приложений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942649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 загружается — но JavaScript продолжает работать. Данные приходят с сервера позже. Интерфейс обновляется не мгновенно.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421" y="2629991"/>
            <a:ext cx="4434868" cy="26321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79156" y="4545433"/>
            <a:ext cx="1102407" cy="42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Обновление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289821" y="4651618"/>
            <a:ext cx="1102407" cy="21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Запрос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877834" y="4651618"/>
            <a:ext cx="1102407" cy="21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Действие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61475" y="5436438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Простого ожидания загрузки страницы недостаточно. Нужно ориентироваться на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фактическую готовность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нужного элемента или данных.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875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Неявное ожидание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510705"/>
            <a:ext cx="1218475" cy="282674"/>
          </a:xfrm>
          <a:prstGeom prst="roundRect">
            <a:avLst>
              <a:gd name="adj" fmla="val 22117"/>
            </a:avLst>
          </a:prstGeom>
          <a:solidFill>
            <a:srgbClr val="D5F6F1"/>
          </a:solidFill>
          <a:ln/>
        </p:spPr>
      </p:sp>
      <p:sp>
        <p:nvSpPr>
          <p:cNvPr id="4" name="Text 2"/>
          <p:cNvSpPr/>
          <p:nvPr/>
        </p:nvSpPr>
        <p:spPr>
          <a:xfrm>
            <a:off x="773093" y="1577098"/>
            <a:ext cx="1604823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IMPLICIT WAIT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56" y="2205335"/>
            <a:ext cx="2263718" cy="22637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30721" y="3041948"/>
            <a:ext cx="69058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Глобальная настройка сессии: если элемент не найден сразу, WebDriver повторяет попытки до его появления или истечения времени.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81066"/>
            <a:ext cx="3500747" cy="14139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4502" y="5092502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Глобально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74502" y="5493048"/>
            <a:ext cx="297629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Действует на все поиски в сессии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5375" y="4881066"/>
            <a:ext cx="3500846" cy="14139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58402" y="5092502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Только поиск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658402" y="5493048"/>
            <a:ext cx="29763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проверяет видимость или доступность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9374" y="4881066"/>
            <a:ext cx="3500747" cy="14139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42401" y="5092502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Осторожно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342401" y="5493048"/>
            <a:ext cx="297629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Найденный элемент может быть недоступен для клика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38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Явное ожидание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41971"/>
            <a:ext cx="2558391" cy="287139"/>
          </a:xfrm>
          <a:prstGeom prst="roundRect">
            <a:avLst>
              <a:gd name="adj" fmla="val 22118"/>
            </a:avLst>
          </a:prstGeom>
          <a:solidFill>
            <a:srgbClr val="D5F6F1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1708519"/>
            <a:ext cx="294116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EXPLICIT WAIT / WEBDRIVERWAIT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54362"/>
            <a:ext cx="3617524" cy="3617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6506" y="3213398"/>
            <a:ext cx="67899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Явное ожидание задаёт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конкретное условие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не просто «найди элемент», а «дождись, пока он станет кликабельным».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746506" y="4030861"/>
            <a:ext cx="6789965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513" y="4323953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0754" y="4248150"/>
            <a:ext cx="598671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невыполнении условия за отведённое время возникает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TimeoutException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5" y="462855"/>
            <a:ext cx="4448957" cy="5932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17209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Готовые условия ожидания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233360" y="1205805"/>
            <a:ext cx="1236334" cy="18663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27B2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6979" y="1251005"/>
            <a:ext cx="1698682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EXPECTED CONDITIONS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233360" y="1482229"/>
            <a:ext cx="6296860" cy="1108571"/>
          </a:xfrm>
          <a:prstGeom prst="roundRect">
            <a:avLst>
              <a:gd name="adj" fmla="val 465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62540" y="1611412"/>
            <a:ext cx="368489" cy="368498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3840" y="1712714"/>
            <a:ext cx="165790" cy="1657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2540" y="2059682"/>
            <a:ext cx="60385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presence_of_element_located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362540" y="2299494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Элемент существует в DOM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233360" y="2670572"/>
            <a:ext cx="6296860" cy="1108571"/>
          </a:xfrm>
          <a:prstGeom prst="roundRect">
            <a:avLst>
              <a:gd name="adj" fmla="val 465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62540" y="2799755"/>
            <a:ext cx="368489" cy="368498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840" y="2901057"/>
            <a:ext cx="165790" cy="1657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62540" y="3248025"/>
            <a:ext cx="60385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visibility_of_element_located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362540" y="3487837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Элемент видим и имеет размеры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233360" y="3858915"/>
            <a:ext cx="6296860" cy="1108571"/>
          </a:xfrm>
          <a:prstGeom prst="roundRect">
            <a:avLst>
              <a:gd name="adj" fmla="val 465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362540" y="3988098"/>
            <a:ext cx="368489" cy="368498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3840" y="4089400"/>
            <a:ext cx="165790" cy="1657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62540" y="4436368"/>
            <a:ext cx="60385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element_to_be_clickable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362540" y="4676180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Элемент отображается и доступен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233360" y="5047258"/>
            <a:ext cx="6296860" cy="1108571"/>
          </a:xfrm>
          <a:prstGeom prst="roundRect">
            <a:avLst>
              <a:gd name="adj" fmla="val 465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362540" y="5176441"/>
            <a:ext cx="368489" cy="368498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3840" y="5277743"/>
            <a:ext cx="165790" cy="1657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62540" y="5624711"/>
            <a:ext cx="60385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invisibility_of_element_located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362540" y="5864523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Элемент скрыт или удалён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179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Ожидание изменений интерфейса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695748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829421"/>
            <a:ext cx="6919442" cy="913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Ожидания нужны не только </a:t>
            </a:r>
            <a:r>
              <a:rPr lang="en-US" sz="130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взаимодействием, но и для проверки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завершения операций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Метод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until_not()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ждёт, пока условие перестанет выполняться.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71" y="5226298"/>
            <a:ext cx="255085" cy="255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14209" y="5221089"/>
            <a:ext cx="29426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Появление уведомления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14209" y="5578574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Успешное сохранение, отправка формы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1949" y="5226298"/>
            <a:ext cx="255085" cy="2550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0887" y="5221089"/>
            <a:ext cx="29426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Исчезновение спиннера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900887" y="5578574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Индикатор загрузки пропал — данные готовы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8627" y="5226298"/>
            <a:ext cx="255085" cy="2550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87565" y="5221089"/>
            <a:ext cx="29426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Изменение статуса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587565" y="5578574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Поле или метка обновили своё значение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9877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Пользовательские условия ожидания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413000"/>
            <a:ext cx="2917851" cy="3496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стандартных условий недостаточно — передайте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собственную функцию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WebDriverWait.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Функция получает объект WebDriver и возвращает результат проверки. Selenium вызывает её повторно до получения истинного значения или истечения времени.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3910708" y="2242939"/>
            <a:ext cx="3190101" cy="3836789"/>
          </a:xfrm>
          <a:prstGeom prst="roundRect">
            <a:avLst>
              <a:gd name="adj" fmla="val 4266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4099715" y="2443839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это нужно?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099715" y="2916237"/>
            <a:ext cx="281208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Динамически изменяющиеся данные, нестандартные состояния элементов, сложная бизнес-логика интерфейса.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09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Таймауты и периодичность проверок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93429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0.5с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25" y="305335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Интервал по умолчанию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46204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часто WebDriverWait проверяет условие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2193429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∞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305335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завышайте таймаут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462040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Большое время ожидания скрывает реальные проблемы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17798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Максимальное время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61475" y="465038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Сколько ждать нужное состояние. Устанавливайте реалистично — исходя из ожидаемой скорости операции.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32776" y="417798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Периодичность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332776" y="465038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часто проверять условие. Слишком редко — медленный тест. Слишком часто — лишняя нагрузка.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0482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Устаревшие элементы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658342"/>
            <a:ext cx="2922316" cy="287139"/>
          </a:xfrm>
          <a:prstGeom prst="roundRect">
            <a:avLst>
              <a:gd name="adj" fmla="val 22118"/>
            </a:avLst>
          </a:prstGeom>
          <a:solidFill>
            <a:srgbClr val="D5F6F1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1724891"/>
            <a:ext cx="330509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STALEELEMENTREFERENCEEXCEPTION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3360" y="215810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динамических приложениях интерфейс может перерисоваться. Сохранённая ссылка на элемент становится недействительной.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2975570"/>
            <a:ext cx="6296860" cy="3098205"/>
          </a:xfrm>
          <a:prstGeom prst="roundRect">
            <a:avLst>
              <a:gd name="adj" fmla="val 256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39710" y="2981920"/>
            <a:ext cx="3142080" cy="1996380"/>
          </a:xfrm>
          <a:custGeom>
            <a:avLst/>
            <a:gdLst/>
            <a:ahLst/>
            <a:cxnLst/>
            <a:rect l="l" t="t" r="r" b="b"/>
            <a:pathLst>
              <a:path w="3142080" h="1996380">
                <a:moveTo>
                  <a:pt x="66156" y="0"/>
                </a:moveTo>
                <a:lnTo>
                  <a:pt x="3142080" y="0"/>
                </a:lnTo>
                <a:lnTo>
                  <a:pt x="3142080" y="1996380"/>
                </a:lnTo>
                <a:lnTo>
                  <a:pt x="0" y="1996380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0" name="Text 7"/>
          <p:cNvSpPr/>
          <p:nvPr/>
        </p:nvSpPr>
        <p:spPr>
          <a:xfrm>
            <a:off x="5428717" y="317093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Причина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428717" y="3579614"/>
            <a:ext cx="276406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Использование старой ссылки после обновления DOM — не медленная загрузка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381790" y="2981920"/>
            <a:ext cx="3142080" cy="1996380"/>
          </a:xfrm>
          <a:custGeom>
            <a:avLst/>
            <a:gdLst/>
            <a:ahLst/>
            <a:cxnLst/>
            <a:rect l="l" t="t" r="r" b="b"/>
            <a:pathLst>
              <a:path w="3142080" h="1996380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996380"/>
                </a:lnTo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3" name="Shape 10"/>
          <p:cNvSpPr/>
          <p:nvPr/>
        </p:nvSpPr>
        <p:spPr>
          <a:xfrm>
            <a:off x="8381790" y="2981920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4" name="Text 11"/>
          <p:cNvSpPr/>
          <p:nvPr/>
        </p:nvSpPr>
        <p:spPr>
          <a:xfrm>
            <a:off x="8570797" y="317093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70797" y="3579614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Повторно найти элемент по локатору после изменения страницы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239710" y="4978301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7" name="Shape 14"/>
          <p:cNvSpPr/>
          <p:nvPr/>
        </p:nvSpPr>
        <p:spPr>
          <a:xfrm>
            <a:off x="5239710" y="497830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8" name="Text 15"/>
          <p:cNvSpPr/>
          <p:nvPr/>
        </p:nvSpPr>
        <p:spPr>
          <a:xfrm>
            <a:off x="5428717" y="516731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Условие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5428717" y="5575995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staleness_of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определяет, что элемент удалён из DOM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10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Лучшие практики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87240"/>
            <a:ext cx="3957439" cy="39575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69882" y="2330351"/>
            <a:ext cx="616658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Правильная синхронизация уменьшает нестабильные тесты и точнее определяет причины ошибок.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086421" y="2160290"/>
            <a:ext cx="25399" cy="944959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1022" y="3292475"/>
            <a:ext cx="3132258" cy="1139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26227" y="3317875"/>
            <a:ext cx="28670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time.sleep()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26227" y="3802162"/>
            <a:ext cx="286705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Фиксированная пауза — неэффективна и ненадёжна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4114" y="3292475"/>
            <a:ext cx="3132357" cy="11399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69319" y="3317875"/>
            <a:ext cx="28671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Явное ожидание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669319" y="3802162"/>
            <a:ext cx="286715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Ждёт конкретного состояния — не дольше необходимого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1022" y="4759623"/>
            <a:ext cx="6475449" cy="8375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26227" y="4785023"/>
            <a:ext cx="62102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Не смешивайте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5326227" y="5269309"/>
            <a:ext cx="62102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Implicit + Explicit = непредсказуемое время выполнения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Широкоэкранный</PresentationFormat>
  <Paragraphs>85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Montserrat Bold</vt:lpstr>
      <vt:lpstr>Arial</vt:lpstr>
      <vt:lpstr>Noto Color Emoji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2026-10-08T17:52:40Z</dcterms:created>
  <dcterms:modified xsi:type="dcterms:W3CDTF">2026-10-08T17:54:18Z</dcterms:modified>
</cp:coreProperties>
</file>