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9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852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интеграционное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40670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Интеграционное тестирование проверяет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взаимодействие нескольких компонентов системы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собой. Нас интересует не отдельный модуль, а то, как один компонент передаёт данные другому и не возникают ли ошибки на границе их взаимодействия.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сервис регистрации может корректно проверять данные, а база данных исправно их сохранять — но вместе они могут работать неправильно из-за несовместимости формата запроса или типа данных.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именно считается интеграцией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71254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Интеграция — это место, где один компонент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зависит от другого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должен с ним обмениваться данными. Это может быть взаимодействие между модулями, приложением и базой данных, сервером и внешним API или несколькими сервисами внутри системы.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оформлении заказа серверная часть получает информацию о товаре, проверяет пользователя, сохраняет заказ в базе и отправляет данные в платёжный сервис. Каждый такой переход —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точка интеграции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потенциальный источник ошибки.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020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ошибки появляются именно на границах компонентов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424" y="1846163"/>
            <a:ext cx="6956846" cy="3813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51276" y="3006999"/>
            <a:ext cx="1776952" cy="22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Компонент 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0454" y="3292306"/>
            <a:ext cx="1958596" cy="32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Отправляет дату в формате дд-мм-гггг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63345" y="4526578"/>
            <a:ext cx="1776952" cy="22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Компонент B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272523" y="4811885"/>
            <a:ext cx="1958596" cy="164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Ожидает формат гггг-мм-дд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40718" y="2082468"/>
            <a:ext cx="1958595" cy="444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на границе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40718" y="2589899"/>
            <a:ext cx="1958595" cy="32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Несоответствие формата вызывает сбой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1475" y="5813425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границе встречаются разные реализации и разные ожидания. Даже небольшое расхождение приводит к сбою — большинство интеграционных дефектов возникают из-за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нарушения контракта между компонентами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6761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Интеграционное тестирование базы данных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408734"/>
            <a:ext cx="297549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взаимодействие приложения и базы данных: корректно ли приложение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создаёт, читает, изменяет и удаляет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записи. Пользователь видит успешное сообщение на интерфейсе — но интеграционная проверка должна подтвердить, что данные действительно сохранены в базе.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9188" y="2432645"/>
            <a:ext cx="2975496" cy="14659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6117" y="2593380"/>
            <a:ext cx="25778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Направление: приложение → база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26117" y="3142555"/>
            <a:ext cx="257783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отправляются в правильном формате и сохраняются корректно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9188" y="4004866"/>
            <a:ext cx="2975496" cy="14659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26117" y="4165600"/>
            <a:ext cx="25778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Направление: база → приложение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226117" y="4714776"/>
            <a:ext cx="257783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возвращаются и преобразуются в нужный формат для дальнейшей работы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31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Интеграционное тестирование API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2244824"/>
            <a:ext cx="2204387" cy="2064445"/>
          </a:xfrm>
          <a:prstGeom prst="roundRect">
            <a:avLst>
              <a:gd name="adj" fmla="val 346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7881" y="2421235"/>
            <a:ext cx="18515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Запрос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37881" y="2840038"/>
            <a:ext cx="1851574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Правильные параметры, заголовки и формат тела запроса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8953" y="2244824"/>
            <a:ext cx="2204387" cy="2064445"/>
          </a:xfrm>
          <a:prstGeom prst="roundRect">
            <a:avLst>
              <a:gd name="adj" fmla="val 346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5359" y="2421235"/>
            <a:ext cx="18515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Ответ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195359" y="2840038"/>
            <a:ext cx="1851574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Структура и значения соответствуют ожиданиям зависимого компонента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76430" y="2244824"/>
            <a:ext cx="2204387" cy="2064445"/>
          </a:xfrm>
          <a:prstGeom prst="roundRect">
            <a:avLst>
              <a:gd name="adj" fmla="val 346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2837" y="2421235"/>
            <a:ext cx="18515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Изменения API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552837" y="2840038"/>
            <a:ext cx="1851574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Зависимый сервис может продолжать ожидать старый формат после обновления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1686620"/>
            <a:ext cx="3180774" cy="318085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1475" y="5211961"/>
            <a:ext cx="10868745" cy="892870"/>
          </a:xfrm>
          <a:prstGeom prst="roundRect">
            <a:avLst>
              <a:gd name="adj" fmla="val 8002"/>
            </a:avLst>
          </a:prstGeom>
          <a:solidFill>
            <a:srgbClr val="D5F6F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430143"/>
            <a:ext cx="212620" cy="1700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14209" y="5407521"/>
            <a:ext cx="101459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Успешный статус ответа не гарантирует правильность взаимодействия, если внутри ответа находятся неверные значения.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841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Последовательность обмена между компонентами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520" y="1910259"/>
            <a:ext cx="8702656" cy="3458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82994" y="4346741"/>
            <a:ext cx="1909481" cy="23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Создать запись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950179" y="4653326"/>
            <a:ext cx="2342296" cy="18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заказа в системе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8545" y="3589825"/>
            <a:ext cx="2228655" cy="23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Резервировать товар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8545" y="3896411"/>
            <a:ext cx="2282890" cy="362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Блокировка доступного запаса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82862" y="2983020"/>
            <a:ext cx="1909480" cy="23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Отправить оплату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50046" y="3289605"/>
            <a:ext cx="2342296" cy="362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 на проведение платежа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8545" y="2265886"/>
            <a:ext cx="1909480" cy="23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Обновить статус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8545" y="2572471"/>
            <a:ext cx="2282890" cy="362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результата обработки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541367"/>
            <a:ext cx="1086874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Интеграционное тестирование учитывает не только данные, но и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порядок взаимодействия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Если последовательность нарушена, система попадает в некорректное состояние. Важно проверить, что каждый следующий шаг начинается только после выполнения необходимых предыдущих действий.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66155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ошибок при взаимодействии компонентов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77083"/>
            <a:ext cx="401627" cy="4016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3754" y="2377083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Недоступный сервис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233754" y="2709962"/>
            <a:ext cx="57245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 не отвечает или недоступен в момент обращения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20740"/>
            <a:ext cx="401627" cy="4016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3754" y="3220740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Ошибочный код ответа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233754" y="3553619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Внешнее API возвращает неожиданный статус или сообщение об ошибке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02125"/>
            <a:ext cx="401627" cy="4016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3754" y="4302125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Слишком долгая обработка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233754" y="4635004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 не завершается в допустимое время — таймаут на стороне клиента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383510"/>
            <a:ext cx="401627" cy="4016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3754" y="5383510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Неправильный формат данных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1233754" y="5716389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приходит, но структура не соответствует ожиданиям принимающего компонента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038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Интеграционные зависимости и тестовое окружение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1916509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2514104"/>
            <a:ext cx="6927478" cy="836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Интеграционное тестирование требует более сложного окружения, потому что необходимо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запустить несколько связанных компонентов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одновременно.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проверки взаимодействия серверной части с базой нужно подготовить: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608993" y="3503712"/>
            <a:ext cx="6927478" cy="801291"/>
          </a:xfrm>
          <a:prstGeom prst="roundRect">
            <a:avLst>
              <a:gd name="adj" fmla="val 8421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624" y="3717528"/>
            <a:ext cx="200814" cy="1606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1069" y="3666629"/>
            <a:ext cx="624477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хотя бы один элемент окружения настроен неправильно, результат проверки может оказаться недостоверным.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61475" y="5240635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61475" y="5494536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0" name="Text 6"/>
          <p:cNvSpPr/>
          <p:nvPr/>
        </p:nvSpPr>
        <p:spPr>
          <a:xfrm>
            <a:off x="661475" y="5612904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Сам сервер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61475" y="5945783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Нужная версия и конфигурация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329897" y="5240635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29897" y="5494536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4" name="Text 10"/>
          <p:cNvSpPr/>
          <p:nvPr/>
        </p:nvSpPr>
        <p:spPr>
          <a:xfrm>
            <a:off x="4329897" y="5612904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База данных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329897" y="5945783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Подходящая версия и структура таблиц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998319" y="5240635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98319" y="5494536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8" name="Text 14"/>
          <p:cNvSpPr/>
          <p:nvPr/>
        </p:nvSpPr>
        <p:spPr>
          <a:xfrm>
            <a:off x="7998319" y="5612904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Тестовые данные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998319" y="5945783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Корректный набор записей для проверки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Локализация дефекта при интеграционном тестировании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66628"/>
            <a:ext cx="6563355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Основная сложность — определить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реальный источник проблемы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Когда взаимодействуют несколько компонентов, пользователь видит только итоговый сбой, но причина может находиться в любой части цепочки.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Тестировщику необходимо анализировать промежуточные результаты: смотреть запросы, ответы, данные и логи, чтобы определить момент, в котором корректная последовательность перестала выполняться.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36" y="2239268"/>
            <a:ext cx="3844134" cy="3844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82092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интеграционного тестирования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780903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Современное приложение почти никогда не состоит из одного полностью независимого компонента. Даже относительно простая система взаимодействует с базой данных, внешними сервисами или другими внутренними модулями.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3569990"/>
            <a:ext cx="6296860" cy="2105819"/>
          </a:xfrm>
          <a:prstGeom prst="roundRect">
            <a:avLst>
              <a:gd name="adj" fmla="val 301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576340"/>
            <a:ext cx="6284160" cy="1046559"/>
          </a:xfrm>
          <a:custGeom>
            <a:avLst/>
            <a:gdLst/>
            <a:ahLst/>
            <a:cxnLst/>
            <a:rect l="l" t="t" r="r" b="b"/>
            <a:pathLst>
              <a:path w="6284160" h="1046559">
                <a:moveTo>
                  <a:pt x="52925" y="0"/>
                </a:moveTo>
                <a:lnTo>
                  <a:pt x="6231235" y="0"/>
                </a:lnTo>
                <a:arcTo wR="52925" hR="52926" stAng="16200000" swAng="5400000"/>
                <a:lnTo>
                  <a:pt x="6284160" y="1046559"/>
                </a:lnTo>
                <a:lnTo>
                  <a:pt x="0" y="1046559"/>
                </a:lnTo>
                <a:lnTo>
                  <a:pt x="0" y="52926"/>
                </a:lnTo>
                <a:arcTo wR="52925" hR="52926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19030" y="3727549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по отдельности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9030" y="4036318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компонент проходит собственные тесты — создаётся ложное ощущение качества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825" y="4622899"/>
            <a:ext cx="6284160" cy="1046559"/>
          </a:xfrm>
          <a:custGeom>
            <a:avLst/>
            <a:gdLst/>
            <a:ahLst/>
            <a:cxnLst/>
            <a:rect l="l" t="t" r="r" b="b"/>
            <a:pathLst>
              <a:path w="6284160" h="1046559">
                <a:moveTo>
                  <a:pt x="0" y="0"/>
                </a:moveTo>
                <a:lnTo>
                  <a:pt x="6284160" y="0"/>
                </a:lnTo>
                <a:lnTo>
                  <a:pt x="6284160" y="993633"/>
                </a:lnTo>
                <a:arcTo wR="52925" hR="52926" stAng="0" swAng="5400000"/>
                <a:lnTo>
                  <a:pt x="52925" y="1046559"/>
                </a:lnTo>
                <a:arcTo wR="52925" hR="52926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62289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19030" y="4774109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Интеграционная проверка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9030" y="5082877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Подтверждает, что связанные части системы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правильно понимают друг друга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совместно выполняют необходимую операцию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Широкоэкранный</PresentationFormat>
  <Paragraphs>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Montserrat Light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2026-09-28T06:41:27Z</dcterms:created>
  <dcterms:modified xsi:type="dcterms:W3CDTF">2026-09-28T06:41:55Z</dcterms:modified>
</cp:coreProperties>
</file>