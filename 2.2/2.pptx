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29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9792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Внутренняя структура юнит-теста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891506"/>
            <a:ext cx="2952478" cy="166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Юнит-тест строится по простой схеме: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подготовка условий → вызов функции → проверка результата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Такой порядок помогает быстро понять, что именно проверяет тест и почему он прошёл или упал.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584092" y="1891506"/>
            <a:ext cx="2952478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Хороший тест сосредоточен на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одном свойстве или поведении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компонента. Когда в одном тесте слишком много операций и проверок, найти причину ошибки становится значительно сложнее.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301" y="3832027"/>
            <a:ext cx="4154979" cy="24660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96238" y="5726087"/>
            <a:ext cx="1032844" cy="198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894571" y="5726087"/>
            <a:ext cx="1032844" cy="198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Вызов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571681" y="5726087"/>
            <a:ext cx="1032844" cy="198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Подготовка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Assertions как механизм проверки результата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21744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Assertion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это утверждение о том, каким должен быть результат. Если фактическое значение совпадает с ожидаемым, проверка успешна. Если нет — тест падает.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Именно assertions превращают простой запуск функции в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автоматизированную проверку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Без них система не способна самостоятельно определить, правильный ли получен результат.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718943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012035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936232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 assertion тест всегда «зелёный» — даже если код работает неправильно.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94123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Подготовка состояния перед тестом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5233360" y="2520454"/>
            <a:ext cx="3087908" cy="1737717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190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3616" y="2690713"/>
            <a:ext cx="274739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setup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03616" y="2999482"/>
            <a:ext cx="2747398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Подготовительная часть теста — создание объектов, установка значений, формирование тестовых данных, необходимых для запуска проверки.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442213" y="2520454"/>
            <a:ext cx="3088007" cy="1737717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190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12468" y="2690713"/>
            <a:ext cx="274749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Принцип минимальности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12468" y="2999482"/>
            <a:ext cx="2747497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Подготовка должна быть краткой и понятной. Если для простой проверки нужен огромный setup — это сигнал, что тест или компонент слишком сложен.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3360" y="4379119"/>
            <a:ext cx="6296860" cy="1084659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190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3616" y="4549378"/>
            <a:ext cx="595634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это важно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03616" y="4858147"/>
            <a:ext cx="5956349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проще и прозрачнее подготовка, тем легче понять смысл теста с первого взгляда — без необходимости разбираться в деталях реализации.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6" y="504954"/>
            <a:ext cx="6349371" cy="634953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61475" y="56614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Заглушки при изоляции зависимостей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780407"/>
            <a:ext cx="5667531" cy="2114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проверяемый код зависит от другого компонента, используется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заглушка (stub)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реальный компонент подменяется, и возвращается заранее определённый результат.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Реальная зависимость может менять состояние, обращаться к сети или быть недоступной. Заглушка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исключает эти факторы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позволяет проверить конкретный юнит в изоляции.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94159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Mock-объекты и проверка взаимодействия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5233360" y="2103041"/>
            <a:ext cx="3080169" cy="2344241"/>
          </a:xfrm>
          <a:prstGeom prst="roundRect">
            <a:avLst>
              <a:gd name="adj" fmla="val 287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0341" y="2270026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проверяет Mock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00341" y="2602905"/>
            <a:ext cx="2746207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Mock позволяет убедиться не только в результате, но и в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факте взаимодействия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был ли вызван метод, сколько раз, с какими аргументами.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450051" y="2103041"/>
            <a:ext cx="3080169" cy="2344241"/>
          </a:xfrm>
          <a:prstGeom prst="roundRect">
            <a:avLst>
              <a:gd name="adj" fmla="val 287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17032" y="2270026"/>
            <a:ext cx="274620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применять осмысленно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17032" y="2853928"/>
            <a:ext cx="2746207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тест проверяет каждое внутреннее действие, он становится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слишком привязан к реализации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ломается при любом безопасном изменении кода.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33360" y="4583807"/>
            <a:ext cx="6296860" cy="1380034"/>
          </a:xfrm>
          <a:prstGeom prst="roundRect">
            <a:avLst>
              <a:gd name="adj" fmla="val 48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0341" y="4750792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Stub vs Mock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400341" y="5083671"/>
            <a:ext cx="596289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Stub возвращает фиксированный результат. Mock дополнительно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запоминает, как к нему обращались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и позволяет это проверить в assertion.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300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исключений и ошибочного поведения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2446437"/>
            <a:ext cx="3343191" cy="334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530475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 на ошибочные условия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25165" y="2981523"/>
            <a:ext cx="6911306" cy="15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Юнит должен корректно реагировать не только на обычные данные, но и на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недопустимые входные условия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Тест проверяет, что при таком состоянии возникает именно ожидаемое исключение.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Цель не в том, чтобы избежать всех ошибок, а в том, чтобы убедиться: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ошибочные ситуации обрабатываются так, как было задумано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25165" y="4727377"/>
            <a:ext cx="6911306" cy="956866"/>
          </a:xfrm>
          <a:prstGeom prst="roundRect">
            <a:avLst>
              <a:gd name="adj" fmla="val 7882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647" y="4995267"/>
            <a:ext cx="224427" cy="1794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8556" y="4925715"/>
            <a:ext cx="614843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«Правильная ошибка» — тоже корректное поведение, которое нужно тестировать.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91704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Детерминированность юнит-тестов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640509"/>
            <a:ext cx="2929360" cy="841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значит детерминированный тест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233360" y="3652540"/>
            <a:ext cx="292936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одинаковых условиях тест всегда даёт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одинаковый результат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независимо от времени запуска, окружения и числа предыдущих выполнений.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07210" y="2640509"/>
            <a:ext cx="292936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Источники нестабильности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607210" y="3372048"/>
            <a:ext cx="2929360" cy="2240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Зависимость от случайных значений, текущего времени или внешнего состояния делает тест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«мигающим»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Такой тест не позволяет отличить реальный дефект от нестабильности самой проверки.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005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Независимость юнит-тестов друг от друга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4937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949377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Изолированное выполнение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653334"/>
            <a:ext cx="275672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тест выполняется независимо от других. Результат одной проверки не должен зависеть от того, запускалась ли перед ней другая.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94937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949377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Чистое состояние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3358059"/>
            <a:ext cx="275672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 самостоятельно создаёт необходимое состояние и не оставляет после себя изменений, которые могут повлиять на другие проверки.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949377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949377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Параллельное выполнение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653334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Независимость особенно критична при параллельном запуске тестов, когда порядок выполнения не гарантирован.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27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Покрытие кода юнит-тестами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59471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3585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измеряет покрытие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20144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Покрытие показывает,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какая часть кода выполнялась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во время тестов. Если критичная логика вообще не выполняется — это явный сигнал о пробеле в проверках.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8188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100% — не цель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4303117"/>
            <a:ext cx="520379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Высокий процент не гарантирует качество. Тест может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выполнить строку кода, но не проверить правильность результата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Покрытие показывает, где прошли тесты, но не насколько хорошо они проверили поведение.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18034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Юнит-тесты как защита при изменении кода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763441"/>
            <a:ext cx="2952478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Быстрая обратная связь при рефакторинге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3402013"/>
            <a:ext cx="2952478" cy="166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разработчик переделывает внутреннюю структуру кода, юнит-тесты создают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быструю обратную связь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Если тесты падают после изменения, можно немедленно определить, было ли случайно нарушено ожидаемое поведение.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12207" y="2763441"/>
            <a:ext cx="2952478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Тесты проверяют поведение, а не реализацию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012207" y="3653036"/>
            <a:ext cx="2952478" cy="166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Качественные тесты проверяют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значимое поведение компонента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его внутреннее устройство. Это позволяет улучшать структуру кода, пока тесты контролируют главное — </a:t>
            </a:r>
            <a:r>
              <a:rPr lang="en-US" sz="125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сохранился ли предусмотренный результат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703</Words>
  <Application>Microsoft Office PowerPoint</Application>
  <PresentationFormat>Широкоэкранный</PresentationFormat>
  <Paragraphs>64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Montserrat Bold</vt:lpstr>
      <vt:lpstr>Open Sans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3</cp:revision>
  <dcterms:created xsi:type="dcterms:W3CDTF">2026-09-25T13:49:19Z</dcterms:created>
  <dcterms:modified xsi:type="dcterms:W3CDTF">2026-09-28T06:41:28Z</dcterms:modified>
</cp:coreProperties>
</file>