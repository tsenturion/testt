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329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87562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позитивное тестирование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2522736"/>
            <a:ext cx="2963987" cy="29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Позитивное тестирование проверяет, как система работает с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корректными данными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разрешёнными действиями. Это подтверждение того, что приложение выполняет свою основную функцию, когда пользователь действует правильно.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Например, при входе в систему с существующим логином и правильным паролем мы ожидаем успешную авторизацию — входные данные соответствуют правилам, операция должна завершиться успешно.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000698" y="2549922"/>
            <a:ext cx="2963987" cy="2034778"/>
          </a:xfrm>
          <a:prstGeom prst="roundRect">
            <a:avLst>
              <a:gd name="adj" fmla="val 3121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903" y="2741414"/>
            <a:ext cx="189007" cy="1512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92116" y="2696567"/>
            <a:ext cx="2321363" cy="174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Позитивное тестирование — это не поверхностная проверка. Нужно убедиться, что операция выполнена полностью, данные обработаны правильно и система перешла в ожидаемое состояние.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436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негативное тестирование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42170"/>
            <a:ext cx="3520788" cy="28113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6779" y="2631281"/>
            <a:ext cx="3066378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Намеренное нарушение правил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26779" y="3254474"/>
            <a:ext cx="3066378" cy="180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Негативное тестирование сознательно передаёт данные, которые система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должна принимать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как корректные: ошибочные, недопустимые или нарушающие установленные ограничения.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5354" y="2442170"/>
            <a:ext cx="3520888" cy="28113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00658" y="2631281"/>
            <a:ext cx="3066477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Пример: минимальная длина пароля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600658" y="3254474"/>
            <a:ext cx="3066477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пароль должен содержать минимум восемь символов — мы пытаемся указать более короткий. Правильный результат: отклонение значения с понятной реакцией системы.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9332" y="2442170"/>
            <a:ext cx="3520888" cy="28113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4637" y="2631281"/>
            <a:ext cx="30664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Ключевой принцип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274637" y="2988766"/>
            <a:ext cx="3066477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Отрицательным является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сценарий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результат. Если система правильно отклонила недопустимое значение — тест прошёл успешно.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03673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Разница между позитивным и негативным сценарием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2755404"/>
            <a:ext cx="297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B29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Позитивный сценарий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3360" y="3083123"/>
            <a:ext cx="2975496" cy="128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Создаёт условия, при которых операция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должна быть разрешена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Показывает, умеет ли система работать в предусмотренных условиях.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ввод числа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25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поле возраста с диапазоном 18–100 лет.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61074" y="2755404"/>
            <a:ext cx="297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B29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Негативный сценарий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61074" y="3083123"/>
            <a:ext cx="2975496" cy="128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Сознательно нарушает одно или несколько правил и проверяет, способна ли система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корректно остановить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неправильную операцию.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ввод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отрицательного числа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то же поле возраста.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33360" y="4584601"/>
            <a:ext cx="6296860" cy="669627"/>
          </a:xfrm>
          <a:prstGeom prst="roundRect">
            <a:avLst>
              <a:gd name="adj" fmla="val 8892"/>
            </a:avLst>
          </a:prstGeom>
          <a:solidFill>
            <a:srgbClr val="D5F6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041" y="4741962"/>
            <a:ext cx="177200" cy="1416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93922" y="4726285"/>
            <a:ext cx="569461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Эти подходы не противоположны — они дополняют друг друга. Вместе они дают полное представление о надёжности функции.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698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Позитивный сценарий и основной путь пользователя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658144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Пример: интернет-магазин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392" y="2153444"/>
            <a:ext cx="7606812" cy="34814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16970" y="4670628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Подтвердить заказ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317138" y="4670628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Указать адрес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27089" y="4670628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Добавить в корзину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697912" y="4670628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Выбор товара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1475" y="5807174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все условия допустимы, система должна успешно завершить оформление. Если корректно действующий пользователь не может пройти этот путь — продукт не выполняет свою главную задачу.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01452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Негативный сценарий и нарушение правил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5233360" y="2427784"/>
            <a:ext cx="3087908" cy="1948557"/>
          </a:xfrm>
          <a:prstGeom prst="roundRect">
            <a:avLst>
              <a:gd name="adj" fmla="val 325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0916" y="2585343"/>
            <a:ext cx="277279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Одно нарушение — один тест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390916" y="3130352"/>
            <a:ext cx="2772797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Хороший негативный тест проверяет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одно конкретное нарушение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Мы знаем, какое ограничение нарушаем и какой реакции ожидаем.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442213" y="2427784"/>
            <a:ext cx="3088007" cy="1948557"/>
          </a:xfrm>
          <a:prstGeom prst="roundRect">
            <a:avLst>
              <a:gd name="adj" fmla="val 325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9768" y="2585343"/>
            <a:ext cx="2772896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Пример: обязательное поле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99768" y="3130352"/>
            <a:ext cx="2772896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email обязателен при регистрации — оставляем поле пустым. Корректная реакция: форма не отправляется, появляется понятное сообщение.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33360" y="4497288"/>
            <a:ext cx="6296860" cy="1059259"/>
          </a:xfrm>
          <a:prstGeom prst="roundRect">
            <a:avLst>
              <a:gd name="adj" fmla="val 599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0916" y="4654848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по одному?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390916" y="4963616"/>
            <a:ext cx="598174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одновременном нарушении нескольких правил система выдаст ошибку, но будет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сложно определить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какое именно ограничение сработало.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валидации данных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86690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тестировать диапазоны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285702"/>
            <a:ext cx="583649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поле принимает количество товара от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 до 50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681982"/>
            <a:ext cx="5226911" cy="1087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Позитивный тест — значение внутри диапазона (например, 20)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Негативный тест — ноль, отрицательное число или значение больше 50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907532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Нас интересует не только реакция поля, но и то,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попали ли недопустимые данные дальше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систему.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596904"/>
            <a:ext cx="5226911" cy="1136055"/>
          </a:xfrm>
          <a:prstGeom prst="roundRect">
            <a:avLst>
              <a:gd name="adj" fmla="val 6289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4834136"/>
            <a:ext cx="212620" cy="1700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4209" y="4777085"/>
            <a:ext cx="45041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Серверная валидация критична. Если интерфейс блокирует ввод — это не доказывает полную защиту: данные могут поступать другим способом.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994" y="1457424"/>
            <a:ext cx="4704141" cy="47042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300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Негативное тестирование — не случайные действия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660650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Структурированный подход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3111698"/>
            <a:ext cx="6911306" cy="1273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Негативное тестирование — это не «вводить всё подряд и смотреть, когда сломается». Хороший негативный сценарий имеет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понятное основание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мы знаем ограничение, способ его нарушить и ожидаемую реакцию.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поле принимает только целые положительные числа: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4539059"/>
            <a:ext cx="6911306" cy="61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Ввод букв — проверяет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контроль типа данных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Ввод нуля — проверяет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минимально допустимое значение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5312370"/>
            <a:ext cx="752089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Оба выглядят как «неправильные данные», но проверяют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разные правила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275" y="2446437"/>
            <a:ext cx="3343191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20998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Обработка ошибки как часть негативного тестирования</a:t>
            </a:r>
            <a:endParaRPr lang="en-US" sz="2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447330"/>
            <a:ext cx="302411" cy="3024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86977" y="2499221"/>
            <a:ext cx="584324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Управляемое состояние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686977" y="2807990"/>
            <a:ext cx="5843243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неверном пароле приложение не должно зависать или показывать внутреннюю техническую информацию — оно должно сохранить управляемое состояние.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702943"/>
            <a:ext cx="302411" cy="3024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86977" y="3754834"/>
            <a:ext cx="584324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Предусмотренная реакция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5686977" y="4063603"/>
            <a:ext cx="5843243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обязана предоставить понятную реакцию — сообщение об ошибке, которое помогает пользователю понять, что пошло не так.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740870"/>
            <a:ext cx="302411" cy="30241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86977" y="4792762"/>
            <a:ext cx="584324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Целостность поведения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5686977" y="5101530"/>
            <a:ext cx="5843243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система отклонила создание заказа, но часть данных уже сохранена или товар зарезервирован — это проблема целостности, которую нужно выявить.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87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Баланс позитивных и негативных проверок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39268"/>
            <a:ext cx="3844134" cy="3844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73116" y="2969518"/>
            <a:ext cx="656335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найти баланс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973116" y="3453805"/>
            <a:ext cx="71729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каждой значимой функции нужно ответить на два вопроса: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973116" y="3926284"/>
            <a:ext cx="6563355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каких условиях действие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должно быть разрешено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?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каких условиях система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обязана его запретить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73116" y="4767263"/>
            <a:ext cx="656335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разделение формирует основу большого количества тестовых сценариев и не позволяет упустить ни одну из сторон проверки.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201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значение позитивного и негативного тестирования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924696" y="2233613"/>
            <a:ext cx="2982639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661475" y="2946499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стороны надёжности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3279378"/>
            <a:ext cx="350908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Позитивные и негативные тесты вместе дают полное представление о поведении функции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604429" y="2233613"/>
            <a:ext cx="2982739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4150" dirty="0"/>
          </a:p>
        </p:txBody>
      </p:sp>
      <p:sp>
        <p:nvSpPr>
          <p:cNvPr id="7" name="Text 5"/>
          <p:cNvSpPr/>
          <p:nvPr/>
        </p:nvSpPr>
        <p:spPr>
          <a:xfrm>
            <a:off x="4341208" y="2946499"/>
            <a:ext cx="35091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правило за раз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341208" y="3279378"/>
            <a:ext cx="350918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негативный тест нарушает ровно одно ограничение для чёткой интерпретации результата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84261" y="2233613"/>
            <a:ext cx="2982639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100%</a:t>
            </a:r>
            <a:endParaRPr lang="en-US" sz="4150" dirty="0"/>
          </a:p>
        </p:txBody>
      </p:sp>
      <p:sp>
        <p:nvSpPr>
          <p:cNvPr id="10" name="Text 8"/>
          <p:cNvSpPr/>
          <p:nvPr/>
        </p:nvSpPr>
        <p:spPr>
          <a:xfrm>
            <a:off x="8021040" y="2946499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охват сценариев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021040" y="3279378"/>
            <a:ext cx="350908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Допустимое — принимается. Недопустимое — корректно блокируется. Именно это и есть цель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1475" y="4282678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применять на практике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61475" y="4670227"/>
            <a:ext cx="5238421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появляется новое требование — сразу разделяйте логику на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допустимое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недопустимое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поведение. Например, если пользователь может загрузить файл определённого формата и размера, нужно проверить как успешную загрузку подходящего файла, так и реакцию на нарушения ограничений.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98149" y="4282678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Главный вывод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298149" y="4670227"/>
            <a:ext cx="5238421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Классификация на позитивные и негативные тесты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структурирует тестовое мышление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система разрешает то, что разрешено правилами, и корректно блокирует то, что запрещено.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</Words>
  <Application>Microsoft Office PowerPoint</Application>
  <PresentationFormat>Широкоэкранный</PresentationFormat>
  <Paragraphs>84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Montserrat Bold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2026-09-28T14:42:19Z</dcterms:created>
  <dcterms:modified xsi:type="dcterms:W3CDTF">2026-09-28T14:45:54Z</dcterms:modified>
</cp:coreProperties>
</file>