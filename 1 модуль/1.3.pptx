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072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83425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Кто такой тестировщик в проекте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299023"/>
            <a:ext cx="6296860" cy="172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— исследователь качества, а не просто искатель ошибок. Его работа начинается задолго до запуска готового приложения и продолжается после обнаружения проблем.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Главное — получить объективную информацию о том, насколько реальное поведение системы соответствует ожиданиям.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3139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Главная задача тестировщика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5350" y="2596158"/>
            <a:ext cx="3190101" cy="3130352"/>
          </a:xfrm>
          <a:prstGeom prst="roundRect">
            <a:avLst>
              <a:gd name="adj" fmla="val 4348"/>
            </a:avLst>
          </a:prstGeom>
          <a:solidFill>
            <a:srgbClr val="27B29F"/>
          </a:solidFill>
          <a:ln/>
        </p:spPr>
      </p:sp>
      <p:sp>
        <p:nvSpPr>
          <p:cNvPr id="6" name="Text 3"/>
          <p:cNvSpPr/>
          <p:nvPr/>
        </p:nvSpPr>
        <p:spPr>
          <a:xfrm>
            <a:off x="714357" y="2785170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Цель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14357" y="3269456"/>
            <a:ext cx="281208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Снизить риск выпуска продукта с критическими проблемами. Полностью доказать отсутствие дефектов невозможно.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46833" y="2785170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Постоянный вопрос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46833" y="3269456"/>
            <a:ext cx="2917851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помогает команде понять текущее состояние и выявить наиболее значимые проблемы до встречи с пользователем.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Что может пойти не так — и какие будут последствия?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Тестировщик не исправляет дефекты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943423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Зона ответственности тестировщика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427710"/>
            <a:ext cx="690326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Обнаружить, воспроизвести, собрать информацию, зафиксировать результат. Исправление кода остаётся за разработчиком.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разделение критично: точное описание условий возникновения проблемы помогает быстрее найти причину и проверить исправление.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15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требований на практике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60" y="1610221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367319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Проверить граничные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47307" y="4367319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Определить результат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14884" y="4367319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Изучить требования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61161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Пример: если пароль должен содержать минимум 8 символов, проверяйте не только успешный сценарий, но и граничные случаи — меньшую длину, пустое значение, специальные символы.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4781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Поиск рисков, а не случайных ошибок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212578"/>
            <a:ext cx="3053877" cy="2304355"/>
          </a:xfrm>
          <a:prstGeom prst="roundRect">
            <a:avLst>
              <a:gd name="adj" fmla="val 344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407940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Платежи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816622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работает с деньгами? Проверяйте тщательнее — цена ошибки максимальна.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212578"/>
            <a:ext cx="3053976" cy="2304355"/>
          </a:xfrm>
          <a:prstGeom prst="roundRect">
            <a:avLst>
              <a:gd name="adj" fmla="val 344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407940"/>
            <a:ext cx="26632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Данные пользователей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111897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Хранит личную информацию? Уделите внимание сохранению и изменению данных.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705945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90130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Значимость функции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309989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Глубина проверки зависит от важности функции для пользователя и бизнеса.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Подготовка тестовых условий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9612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нужно подготовить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80407"/>
            <a:ext cx="6903269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 проверкой подготовьте нужное состояние системы: учётные записи, данные в базе, параметры окружения, версию приложения.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имеет смысл только если известны условия его получения.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070350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D5F6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363442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4287639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Одна функция может работать для одного пользователя и ломаться для другого. Контролируйте исходное состояние перед каждой проверкой.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32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Воспроизводимость результата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71911"/>
            <a:ext cx="3496877" cy="2040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486323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Какие действия выполнялись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190280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Пошаговая последовательность шагов, приводящих к проблеме.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271911"/>
            <a:ext cx="3496877" cy="20400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486323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Какие данные использовались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3190280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Конкретные значения, учётные записи, параметры окружения.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271911"/>
            <a:ext cx="3496877" cy="20400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48632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Версия и результат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895005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Какая версия проверялась и что именно получилось вместо ожидаемого.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944936" y="4737199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«Программа иногда ломается» — бесполезно. Воспроизводимость — основная характеристика качественного описания дефекта.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4524573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6763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Подтверждение исправлений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5350" y="2832398"/>
            <a:ext cx="3190101" cy="2657872"/>
          </a:xfrm>
          <a:prstGeom prst="roundRect">
            <a:avLst>
              <a:gd name="adj" fmla="val 5120"/>
            </a:avLst>
          </a:prstGeom>
          <a:solidFill>
            <a:srgbClr val="27B29F"/>
          </a:solidFill>
          <a:ln/>
        </p:spPr>
      </p:sp>
      <p:sp>
        <p:nvSpPr>
          <p:cNvPr id="6" name="Text 3"/>
          <p:cNvSpPr/>
          <p:nvPr/>
        </p:nvSpPr>
        <p:spPr>
          <a:xfrm>
            <a:off x="714357" y="3021409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Повторная проверка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14357" y="3505696"/>
            <a:ext cx="281208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исправления дефекта повторно проверьте первоначальный сценарий. Убедитесь, что ошибка действительно устранена.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46833" y="3021409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Область влияния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46833" y="3505696"/>
            <a:ext cx="291785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Исправление одной части может повлиять на другие функции. Проверяйте не только конкретное исправление, но и возможную область его влияния.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Представление интересов пользователя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4491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Взгляд со стороны пользователя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629198"/>
            <a:ext cx="690326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Смотрите на систему глазами человека, который будет её использовать. Пользователь не знает о внутренней реализации — он ожидает, что функция работает понятно и предсказуемо.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Обращайте внимание на ситуации, которые технически не ломают приложение, но делают работу неправильной.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523978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817070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4741267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Пример: операция выполнилась, но пользователь не получил подтверждение и повторил действие.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40060"/>
            <a:ext cx="6296860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Ответственность тестировщика за информацию о качестве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464495"/>
            <a:ext cx="425241" cy="4252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49890" y="2464495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Достоверность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849890" y="2821980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Предоставляйте точную информацию о результатах, найденных дефектах и непроверенных областях.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645297"/>
            <a:ext cx="425241" cy="4252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49890" y="3645297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Прозрачность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5849890" y="4002782"/>
            <a:ext cx="568033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функция не протестирована — это нельзя скрывать. Если проблема возникает только в конкретных условиях — опишите именно так.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5084663"/>
            <a:ext cx="425241" cy="4252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49890" y="5084663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Основа для решений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5849890" y="5442148"/>
            <a:ext cx="568033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 не принимаете решение о выпуске. Команда принимает решения на основе вашей информации. Профессионализм строится на точности.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</Words>
  <Application>Microsoft Office PowerPoint</Application>
  <PresentationFormat>Широкоэкранный</PresentationFormat>
  <Paragraphs>65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 Bold</vt:lpstr>
      <vt:lpstr>Arial</vt:lpstr>
      <vt:lpstr>Open Sans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2026-09-20T21:11:52Z</dcterms:created>
  <dcterms:modified xsi:type="dcterms:W3CDTF">2026-09-20T21:12:58Z</dcterms:modified>
</cp:coreProperties>
</file>