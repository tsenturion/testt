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italic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922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876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тестировщику взаимодействовать с командой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443089"/>
            <a:ext cx="6296860" cy="202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продукта создаётся совместными усилиями. Тестировщик не может работать изолированно — ему нужно понимать назначение функции, ожидаемое поведение, технические ограничения и приоритеты бизнеса.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Ранние обсуждения спорных моментов предотвращают неправильную реализацию и дефекты на поздних стадиях.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Взаимодействие с разработчиком до начала проверки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936379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уточнить перед тестированием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420666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 знает технические особенности реализации. Перед тестированием уточняются готовность функции, временные ограничения и изменения в текущей версии.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Однако проверка строится на требованиях и согласованной логике продукта, а не только на объяснении разработчика. Это предотвращает риск проверять реализацию вместо того, как система </a:t>
            </a:r>
            <a:r>
              <a:rPr lang="en-US" sz="14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должна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работать.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" y="495201"/>
            <a:ext cx="4400539" cy="5867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26480"/>
            <a:ext cx="6296860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обсуждать найденный дефект с разработчиком</a:t>
            </a:r>
            <a:endParaRPr lang="en-US" sz="3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029817"/>
            <a:ext cx="6296860" cy="126374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9855" y="2220119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Цель тестировщика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499855" y="2580779"/>
            <a:ext cx="584006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Предоставить точную информацию для воспроизведения проблемы, а не доказывать ошибку разработчика.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48745"/>
            <a:ext cx="6296860" cy="126374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99855" y="3639046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Фокус обсуждения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499855" y="3999706"/>
            <a:ext cx="584006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Сравнение ожидаемого и фактического результата — разговор о поведении системы, а не о личных суждениях.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867672"/>
            <a:ext cx="6296860" cy="126374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99855" y="5057973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Контекст воспроизведения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499855" y="5418634"/>
            <a:ext cx="584006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Данные, версия и настройки, при которых проблема возникает — обязательная часть любого обсуждения дефекта.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72356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делать, если разработчик не считает поведение дефектом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316784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Опора на требования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33360" y="3801070"/>
            <a:ext cx="29178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Разногласия решаются не личным мнением, а обращением к требованиям и критериям приёмки. Документация — нейтральный арбитр в споре.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3316784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документация неоднозначна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18719" y="4096345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Вопрос уточняется у того, кто отвечает за требования или продуктовую логику — аналитика или менеджера продукта.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Взаимодействие с аналитиком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2937302"/>
            <a:ext cx="5315512" cy="45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аналитика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61475" y="3464024"/>
            <a:ext cx="5315512" cy="1544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Аналитик преобразует бизнес-задачу в конкретные требования. Тестировщик обращается к нему, когда описание функции допускает несколько трактовок.</a:t>
            </a:r>
            <a:endParaRPr lang="en-US" sz="11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Вопросы о деталях — когда отправляется уведомление, что происходит при ошибке, блокируется ли действие — выявляют недостатки требований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 реализации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287" y="502940"/>
            <a:ext cx="4388832" cy="5852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8325"/>
            <a:ext cx="6296860" cy="171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Тестировщик как источник вопросов к требованиям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61475" y="2550914"/>
            <a:ext cx="3059730" cy="2213372"/>
          </a:xfrm>
          <a:prstGeom prst="roundRect">
            <a:avLst>
              <a:gd name="adj" fmla="val 347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879" y="2740323"/>
            <a:ext cx="268092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Другая точка зрения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0879" y="3132733"/>
            <a:ext cx="268092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рассматривает требование иначе — ищет условия, при которых описание становится неоднозначным.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8505" y="2550914"/>
            <a:ext cx="3059830" cy="2213372"/>
          </a:xfrm>
          <a:prstGeom prst="roundRect">
            <a:avLst>
              <a:gd name="adj" fmla="val 347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7909" y="2740323"/>
            <a:ext cx="268102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Граничные условия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087909" y="3132733"/>
            <a:ext cx="2681022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Вопросы об ограничениях и неуказанных значениях помогают выявить места, требующие дополнительного уточнения.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4941590"/>
            <a:ext cx="6296860" cy="1348085"/>
          </a:xfrm>
          <a:prstGeom prst="roundRect">
            <a:avLst>
              <a:gd name="adj" fmla="val 57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879" y="5130998"/>
            <a:ext cx="591805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Исключительные ситуации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50879" y="5523409"/>
            <a:ext cx="591805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происходит, когда что-то идёт не так? Эти сценарии часто остаются неописанными в требованиях.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Взаимодействие с менеджером продукта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3236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Приоритеты и ценность функций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01664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Менеджер продукта определяет приоритеты и ценность функций. Это особенно важно, когда невозможно одинаково глубоко проверить всё.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3834110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127202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051399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Два похожих дефекта могут иметь разное влияние: ошибка в редко используемой настройке и ошибка в основном сценарии требуют разного внимания.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Приоритет проблемы и её серьёзность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09538"/>
            <a:ext cx="10868745" cy="54398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0406" y="3248084"/>
            <a:ext cx="2041256" cy="61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Низкий приоритет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748978" y="5886242"/>
            <a:ext cx="2698658" cy="30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Низкая серьёзность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429175" y="3248084"/>
            <a:ext cx="2041256" cy="61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Высокий приоритет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650749" y="1132806"/>
            <a:ext cx="2882901" cy="30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Высокая серьёзность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707144" y="4738346"/>
            <a:ext cx="2095544" cy="366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Незначительный и срочный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4446" y="4749204"/>
            <a:ext cx="2095545" cy="366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Незначительный и отложенный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4446" y="2740471"/>
            <a:ext cx="2095545" cy="366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Критический и срочный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41997" y="2740471"/>
            <a:ext cx="2095545" cy="366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Критический, но отложенный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640248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Серьёзный дефект в неиспользуемой функции может быть менее срочным, чем менее разрушительная ошибка в основном сценарии перед выпуском.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Передача информации между участниками команды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2820731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Тестировщик — точка пересечения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3464023"/>
            <a:ext cx="5315512" cy="150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— точка, где сходится информация от разных специалистов: требования аналитика, реализация разработчика, приоритеты менеджера.</a:t>
            </a:r>
            <a:endParaRPr lang="en-US" sz="12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Значимые договорённости должны фиксироваться в доступном месте, иначе разные участники будут работать с разными представлениями об одной функции.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9" y="500955"/>
            <a:ext cx="4391808" cy="5855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0267"/>
            <a:ext cx="6296860" cy="1689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Эффективное взаимодействие как часть качества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497038"/>
            <a:ext cx="450343" cy="4503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98308" y="2497038"/>
            <a:ext cx="56319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Ранние вопросы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898308" y="2881511"/>
            <a:ext cx="563191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Вопросы аналитику до реализации сокращают количество дефектов на поздних стадиях.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787874"/>
            <a:ext cx="450343" cy="4503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98308" y="3787874"/>
            <a:ext cx="56319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Уведомление об ограничениях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5898308" y="4172347"/>
            <a:ext cx="563191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Своевременное обозначение технических ограничений и критичных сценариев — часть обеспечения качества.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5078710"/>
            <a:ext cx="450343" cy="45035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98308" y="5078710"/>
            <a:ext cx="56319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Точный обмен информацией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5898308" y="5463183"/>
            <a:ext cx="5631912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Взаимодействие — не дополнительная работа, а непосредственная часть процесса. Точный обмен предотвращает разные интерпретации одной задачи.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532</Words>
  <Application>Microsoft Office PowerPoint</Application>
  <PresentationFormat>Широкоэкранный</PresentationFormat>
  <Paragraphs>65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 Bold</vt:lpstr>
      <vt:lpstr>Montserrat Bold</vt:lpstr>
      <vt:lpstr>Open Sans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3</cp:revision>
  <dcterms:created xsi:type="dcterms:W3CDTF">2026-09-21T07:34:32Z</dcterms:created>
  <dcterms:modified xsi:type="dcterms:W3CDTF">2026-09-21T08:26:25Z</dcterms:modified>
</cp:coreProperties>
</file>