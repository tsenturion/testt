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455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09749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жизненный цикл программного обеспечения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065165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SDLC — это полный путь программы от идеи до завершения эксплуатации. Для тестировщика важно видеть весь процесс целиком: как возникает потребность, как она становится требованием, как требование превращается в код и как этот код живёт в руках пользователей.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789884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5057577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5026124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качества — это не отдельный этап, а часть каждого этапа жизненного цикла.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Потребность как начало жизненного цикла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909193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Всё начинается с задачи. Компании нужно автоматизировать процесс, пользователю нужен инструмент, бизнесу нужно решение. В этот момент кода ещё нет — но уже есть цель.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029075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322167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246364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тестировщик не понимает,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зачем существует система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он сможет проверить лишь отдельные элементы, но не сможет оценить, решает ли продукт реальную задачу.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433" y="495201"/>
            <a:ext cx="4400539" cy="5867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6100"/>
            <a:ext cx="6296860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Формирование требований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661475" y="1989138"/>
            <a:ext cx="2939480" cy="182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Потребность переводится в конкретные правила: что система должна делать, какие данные принимать, как реагировать на ошибки. Требования — это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договор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между тем, что хочет бизнес, и тем, что будет создано.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5204" y="2024063"/>
            <a:ext cx="2939480" cy="21095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91699" y="2214364"/>
            <a:ext cx="248268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тестировщика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291699" y="2637135"/>
            <a:ext cx="2482689" cy="1306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Требования становятся основой для проверок. Неточные требования — это первый источник проблем в продукте.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5204" y="4288830"/>
            <a:ext cx="2939480" cy="18483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91699" y="4479131"/>
            <a:ext cx="248268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проверять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4291699" y="4901902"/>
            <a:ext cx="2482689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Полноту, однозначность и проверяемость каждого требования ещё до начала разработки.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0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Проектирование решения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8781"/>
            <a:ext cx="4637269" cy="43745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6691" y="4454624"/>
            <a:ext cx="1472146" cy="230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Компоненты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106691" y="4751267"/>
            <a:ext cx="1472146" cy="55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Определение модулей и их ответственности.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215227" y="2319099"/>
            <a:ext cx="1472146" cy="461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Взаимодействие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215227" y="2846693"/>
            <a:ext cx="1472146" cy="55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Протоколы и обмен данными между модулями.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389325" y="4339149"/>
            <a:ext cx="1472146" cy="461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Хранение и интерфейс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389325" y="4866743"/>
            <a:ext cx="1472146" cy="554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Схемы данных и пользовательский доступ.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766251" y="1636216"/>
            <a:ext cx="5770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этапе проектирования становится ясно,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будет реализовано то, что нужно сделать. Для тестировщика это карта потенциальных рисков: если компоненты обмениваются данными, нужно будет проверить не только каждый из них, но и их взаимодействие.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Разработка программного обеспечения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24882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Требования и проект становятся кодом. Функциональность появляется постепенно — не всё сразу. Разработка и тестирование идут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параллельно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уметь отличать незавершённую функцию от дефекта — иначе вы будете регистрировать ошибки там, где функция просто ещё не готова.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6" y="1520924"/>
            <a:ext cx="2861893" cy="3816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696813"/>
            <a:ext cx="7820822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качества и тестирование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3709399" y="2134394"/>
            <a:ext cx="3818834" cy="1671141"/>
          </a:xfrm>
          <a:prstGeom prst="roundRect">
            <a:avLst>
              <a:gd name="adj" fmla="val 467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01779" y="2326779"/>
            <a:ext cx="343407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Корректные данные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901779" y="2727325"/>
            <a:ext cx="343407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Работает ли система так, как описано в требованиях при штатном использовании?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11386" y="2134394"/>
            <a:ext cx="3818834" cy="1671141"/>
          </a:xfrm>
          <a:prstGeom prst="roundRect">
            <a:avLst>
              <a:gd name="adj" fmla="val 467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3766" y="2326779"/>
            <a:ext cx="343407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Ошибочные данные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03766" y="2727325"/>
            <a:ext cx="343407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система реагирует на неверный ввод, пустые поля, недопустимые форматы?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709399" y="3988693"/>
            <a:ext cx="7820822" cy="1375866"/>
          </a:xfrm>
          <a:prstGeom prst="roundRect">
            <a:avLst>
              <a:gd name="adj" fmla="val 568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01779" y="4181078"/>
            <a:ext cx="7436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Граничные случаи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901779" y="4581624"/>
            <a:ext cx="743606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происходит на пределах допустимых значений — там, где чаще всего скрываются дефекты?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709399" y="5570537"/>
            <a:ext cx="782082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— это не поиск ошибок ради ошибок. Это получение информации о рисках и качестве продукта, чтобы принять решение: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готов ли продукт к выпуску?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50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Подготовка к выпуску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2176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2365" y="195718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1986657"/>
            <a:ext cx="2719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Убедиться в версии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2470944"/>
            <a:ext cx="27192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эксплуатацию должна идти именно та версия, которая была протестирована.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31177" y="192176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2067" y="195718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5425" y="1986657"/>
            <a:ext cx="27193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Проверить окружение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845425" y="2766219"/>
            <a:ext cx="27193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Настройки, версии компонентов, доступ к данным и внешние сервисы могут отличаться от тестового стенда.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65633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2365" y="469175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5723" y="4721225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Контролировать развёртывание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75723" y="5205512"/>
            <a:ext cx="62890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деплоя нужно убедиться, что система работает так же, как в тестовом окружении.</a:t>
            </a:r>
            <a:endParaRPr lang="en-US" sz="14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539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Эксплуатация программного обеспечения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5015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58877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Непредвиденные сценарии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6283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может выполнить необычную последовательность действий, которую никто не предусматривал при разработке.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85015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5588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Внешние системы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9675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Интегрированные сервисы могут вернуть неожиданный ответ или временно стать недоступными.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85015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5588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Реальные объёмы данных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96755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Нагрузка в продакшене часто превышает ожидания — это новая информация о качестве продукта.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066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Сопровождение и изменение продукта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7537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запуска система продолжает развиваться: исправляются дефекты, добавляются функции, обновляются компоненты. Любое изменение создаёт риск нарушить уже работающую функциональность.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79283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060527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02907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каждого исправления система снова проходит проверки.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Тестирование возвращается в процесс многократно.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119"/>
            <a:ext cx="10868745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Завершение жизненного цикла и значение SDLC для тестировщика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364341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4" name="Shape 2"/>
          <p:cNvSpPr/>
          <p:nvPr/>
        </p:nvSpPr>
        <p:spPr>
          <a:xfrm>
            <a:off x="2130372" y="3111798"/>
            <a:ext cx="19050" cy="531614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5" name="Shape 3"/>
          <p:cNvSpPr/>
          <p:nvPr/>
        </p:nvSpPr>
        <p:spPr>
          <a:xfrm>
            <a:off x="1940571" y="3444081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06996" y="347732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838675" y="2008783"/>
            <a:ext cx="260254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Потребность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8675" y="2385318"/>
            <a:ext cx="260254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Зачем существует система?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712772" y="3643412"/>
            <a:ext cx="19050" cy="531614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0" name="Shape 8"/>
          <p:cNvSpPr/>
          <p:nvPr/>
        </p:nvSpPr>
        <p:spPr>
          <a:xfrm>
            <a:off x="3522971" y="3444081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9397" y="347732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2420976" y="4352230"/>
            <a:ext cx="26026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20976" y="4728766"/>
            <a:ext cx="2602641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должна делать система?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95073" y="3111798"/>
            <a:ext cx="19050" cy="531614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5272" y="3444081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1698" y="347732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4003277" y="2008783"/>
            <a:ext cx="26026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Разработка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003277" y="2385318"/>
            <a:ext cx="2602641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это реализовано?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77473" y="3643412"/>
            <a:ext cx="19050" cy="531614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20" name="Shape 18"/>
          <p:cNvSpPr/>
          <p:nvPr/>
        </p:nvSpPr>
        <p:spPr>
          <a:xfrm>
            <a:off x="6687673" y="3444081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4098" y="347732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5585677" y="4352230"/>
            <a:ext cx="26026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585677" y="4728766"/>
            <a:ext cx="2602641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Готов ли продукт?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459774" y="3111798"/>
            <a:ext cx="19050" cy="531614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25" name="Shape 23"/>
          <p:cNvSpPr/>
          <p:nvPr/>
        </p:nvSpPr>
        <p:spPr>
          <a:xfrm>
            <a:off x="8269974" y="3444081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6399" y="347732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7167978" y="2008783"/>
            <a:ext cx="26026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Эксплуатация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67978" y="2385318"/>
            <a:ext cx="260264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продукт живёт в реальности?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042175" y="3643412"/>
            <a:ext cx="19050" cy="531614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30" name="Shape 28"/>
          <p:cNvSpPr/>
          <p:nvPr/>
        </p:nvSpPr>
        <p:spPr>
          <a:xfrm>
            <a:off x="9852374" y="3444081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18799" y="347732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2050" dirty="0"/>
          </a:p>
        </p:txBody>
      </p:sp>
      <p:sp>
        <p:nvSpPr>
          <p:cNvPr id="32" name="Text 30"/>
          <p:cNvSpPr/>
          <p:nvPr/>
        </p:nvSpPr>
        <p:spPr>
          <a:xfrm>
            <a:off x="8750379" y="4352230"/>
            <a:ext cx="26026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Завершение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750379" y="4728766"/>
            <a:ext cx="2602641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Корректное закрытие цикла.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61475" y="5190232"/>
            <a:ext cx="10868745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SDLC показывает, что тестировщик работает не с изолированным набором кнопок, а с продуктом, который проходит последовательные изменения. Когда вы видите дефект — вы должны понимать, </a:t>
            </a:r>
            <a:r>
              <a:rPr lang="en-US" sz="13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 каком этапе он появился</a:t>
            </a: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какие требования к этой функции и какие изменения выполнялись ранее. Это основа для всех следующих тем: требования, документация, дефекты, API, базы данных, автоматизация.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Office PowerPoint</Application>
  <PresentationFormat>Широкоэкранный</PresentationFormat>
  <Paragraphs>81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Montserrat Bold</vt:lpstr>
      <vt:lpstr>Open Sans Bold</vt:lpstr>
      <vt:lpstr>Arial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2026-09-20T20:59:39Z</dcterms:created>
  <dcterms:modified xsi:type="dcterms:W3CDTF">2026-09-20T21:00:27Z</dcterms:modified>
</cp:coreProperties>
</file>