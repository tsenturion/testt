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80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8525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регрессионное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140670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Регрессионное тестирование — это повторная проверка существующей функциональности после изменений в программе. Его цель: убедиться, что новые доработки не нарушили то, что раньше работало корректно.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разработчик меняет механизм расчёта скидки, это влияет не только на саму скидку, но и на стоимость заказа, отображение суммы и формирование чека. Регрессия помогает обнаружить такие побочные эффекты.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9870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изменение может сломать старую функциональность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484934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559348"/>
            <a:ext cx="6919442" cy="194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Компоненты программы редко существуют независимо. Они используют общий код, данные и зависимости. Даже небольшое изменение может неожиданно повлиять на другие части приложения.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разработчик изменил формат хранения даты. Функция редактирования профиля работает правильно, но отчёт, использующий те же данные, перестаёт корректно отображать дату. Сам отчёт не менялся — но общее изменение затронуло его поведение.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617029" y="4679255"/>
            <a:ext cx="6919442" cy="877491"/>
          </a:xfrm>
          <a:prstGeom prst="roundRect">
            <a:avLst>
              <a:gd name="adj" fmla="val 8142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086" y="4916488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69763" y="4859437"/>
            <a:ext cx="619665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одного компонента — это всегда потенциальный риск для связанных с ним частей системы.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46262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необходимо выполнять регрессию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233360" y="2012057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71966" y="2150666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Добавление функции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71966" y="2412901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Новый код взаимодействует с существующими модулями и может изменить их поведение.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33360" y="2824063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1966" y="2962672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Исправление дефекта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71966" y="3224907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Исправление одной ошибки способно породить другую в смежной области.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33360" y="3636070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71966" y="377467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Обновление библиотек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71966" y="4036913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зависимостей или конфигурации влияет на поведение всего приложения.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3360" y="4448076"/>
            <a:ext cx="6296860" cy="719435"/>
          </a:xfrm>
          <a:prstGeom prst="roundRect">
            <a:avLst>
              <a:gd name="adj" fmla="val 772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71966" y="4586684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Рефакторинг кода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71966" y="4848920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Переработка кода без изменения логики всё равно требует проверки результата.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233360" y="5271691"/>
            <a:ext cx="629686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важна регрессия после изменений в общих компонентах, которые используются в нескольких местах приложения. Перед запуском тестировщик анализирует область изменения, чтобы понять, какие функции потенциально зависят от изменённого участка.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Область регрессионного тестирования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249686"/>
            <a:ext cx="5226911" cy="311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Регрессию не всегда выполняют по всему продукту. Объём проверки зависит от масштаба изменения и его влияния на систему.</a:t>
            </a:r>
            <a:endParaRPr lang="en-US" sz="1300" dirty="0"/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изменена локальная функция, почти не связанная с другими компонентами, выполняют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ограниченную регрессию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вокруг этой области. Если обновлён общий механизм авторизации или работа с базой данных, область проверки значительно шире.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Правильное определение границ критично: слишком маленький объём может пропустить дефекты, слишком большой — приведёт к лишним затратам времени.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4632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Повторное тестирование и регрессия — разные задачи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2" y="2967335"/>
            <a:ext cx="6227408" cy="2216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47813" y="3578219"/>
            <a:ext cx="1238194" cy="336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Повторное тестирование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547813" y="3963070"/>
            <a:ext cx="1238194" cy="256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Подтверждаем, что дефект устранён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422605" y="3971868"/>
            <a:ext cx="1238194" cy="168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Регрессия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422605" y="4188253"/>
            <a:ext cx="1238194" cy="38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Проверяем, не появились новые ошибки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02189" y="2455168"/>
            <a:ext cx="3534282" cy="3240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Эти понятия часто путают, но они отвечают на разные вопросы.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Повторная проверка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подтверждает, что конкретный найденный дефект устранён.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Регрессия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проверяет, не сломалось ли что-то ещё после исправления.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если исходная ошибка исчезла, изменение кода могло повлиять на соседние сценарии. Поэтому сначала подтверждают факт исправления, а затем при необходимости проверяют связанную функциональность.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3497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Формирование регрессионного набора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2280444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Регрессионный набор — это регулярно повторяемые сценарии, которые подтверждают сохранение ключевого поведения продукта. Он не формируется случайно.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796877"/>
            <a:ext cx="6296860" cy="805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0289" y="2957612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значимость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70289" y="3242766"/>
            <a:ext cx="589920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Включают часто используемые проверки и критичные пользовательские сценарии.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708202"/>
            <a:ext cx="6296860" cy="8050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0289" y="3868936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Общие компоненты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470289" y="4154091"/>
            <a:ext cx="589920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Функции, зависящие от общих модулей, имеют высокий приоритет включения.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619526"/>
            <a:ext cx="6296860" cy="10034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0289" y="4780260"/>
            <a:ext cx="58992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Регулярный пересмотр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470289" y="5065415"/>
            <a:ext cx="589920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Старые сценарии могут потерять актуальность — набор нужно периодически обновлять.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827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Приоритизация регрессионных тестов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457946"/>
            <a:ext cx="5238421" cy="178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больших проектах полный регрессионный набор может быть очень объёмным. Выполнять его целиком после каждого небольшого изменения неэффективно — поэтому тесты приоритизируют.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Такой подход позволяет быстро получить информацию о наиболее рискованных областях и эффективнее использовать время команды.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98149" y="2488704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58324" y="2518767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796116" y="2543870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Критичные пользовательские сценарии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796116" y="2931418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То, без чего продукт не работает для пользователя.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8149" y="3442196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8324" y="347225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796116" y="3497362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Области последних изменений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96116" y="3884910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Код, который был затронут в текущем релизе.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98149" y="4395688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8324" y="4425752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796116" y="4450854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Исторически нестабильные функции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796116" y="4838402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Места, где дефекты появлялись чаще всего.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29506"/>
            <a:ext cx="6296860" cy="1417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Автоматизация регрессионного тестирования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849265"/>
            <a:ext cx="296398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автоматизация помогает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442692"/>
            <a:ext cx="2963987" cy="2176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Регрессионные проверки хорошо подходят для автоматизации, потому что регулярно повторяются. Если один сценарий нужно запускать после каждого изменения, ручное выполнение становится затратным. Автоматизированный тест быстро повторяет знакомый сценарий и сообщает, изменилось ли поведение системы.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00698" y="2849265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Комбинированный подход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00698" y="3206452"/>
            <a:ext cx="2963987" cy="174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практике используется сочетание автоматизированных и ручных проверок. Некоторые сценарии сложно или невыгодно автоматизировать — особенно там, где важна визуальная оценка или нестандартное поведение. Автоматизация особенно полезна в проектах с частыми релизами.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Регрессия и анализ изменений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075160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Хорошая регрессия начинается не с запуска большого набора тестов, а с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понимания изменений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Перед проверкой необходимо знать, что именно было модифицировано и какие зависимости существуют.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изменение формулы расчёта стоимости может повлиять на экран заказа, отчёты, историю операций и итоговые документы. Понимание этих связей позволяет точнее выбрать регрессионные сценарии.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574778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86787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792067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Регрессия должна быть осмысленной, а не механическим повторением всех тестов подряд.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85825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значение регрессионного тестирования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710259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Регрессия защищает продукт от побочных эффектов изменений. Мы не просто проверяем новую функцию или исправленный дефект — мы убеждаемся, что существующая система сохранила работоспособность.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639145"/>
            <a:ext cx="6315909" cy="11712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9631" y="3658195"/>
            <a:ext cx="608870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Зрелость продукта увеличивает риски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69631" y="4015680"/>
            <a:ext cx="608870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дольше развивается продукт, тем больше работающих функций — и тем выше значение регрессии. Каждое новое изменение потенциально взаимодействует с ними.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425" y="5078512"/>
            <a:ext cx="6315909" cy="9127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9631" y="5097562"/>
            <a:ext cx="608870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Регрессия — постоянная часть сопровождения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69631" y="5455047"/>
            <a:ext cx="608870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не разовая задача, а непрерывный процесс, который помогает команде развивать продукт, не разрушая уже проверенное поведение.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Широкоэкранный</PresentationFormat>
  <Paragraphs>73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 Bold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2026-09-29T06:54:44Z</dcterms:created>
  <dcterms:modified xsi:type="dcterms:W3CDTF">2026-09-29T06:55:21Z</dcterms:modified>
</cp:coreProperties>
</file>