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589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смоук-тестирование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42371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Быстрая проверка основных функций новой сборки — прежде чем углубляться в детали, нужно убедиться, что приложение вообще работает.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097236" y="3543598"/>
            <a:ext cx="3190101" cy="2355453"/>
          </a:xfrm>
          <a:prstGeom prst="roundRect">
            <a:avLst>
              <a:gd name="adj" fmla="val 5778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5286243" y="373260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это нужно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286243" y="4216896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базовые функции уже сломаны, детальное тестирование бессмысленно. Сначала — очевидные блокирующие проблемы.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18719" y="373260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проверяется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18719" y="4216896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запускается. Ключевые экраны открываются. Пользователь может выполнить критические действия.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7042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это называется Smoke Testing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3518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Название пришло из мира железа: после сборки устройство включали и смотрели, не задымится ли. Задымилось — дальше проверять нечего.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44936" y="4267696"/>
            <a:ext cx="601339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программном обеспечении это стала метафора: минимальный набор проверок, чтобы понять — сборка живая или нет.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055070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66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считается основной функцией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80" y="1533624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708176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Зависит от продукта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165" y="3159224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Основная функция — не самая сложная, а та, без которой продукт теряет смысл или дальнейшая проверка становится невозможной.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60677"/>
            <a:ext cx="5349047" cy="10726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7954" y="5465564"/>
            <a:ext cx="483768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Интернет-магазин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67954" y="5848350"/>
            <a:ext cx="483768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Вход, каталог, корзина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074" y="5260677"/>
            <a:ext cx="5349146" cy="10726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87553" y="5465564"/>
            <a:ext cx="483778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Система обращений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487553" y="5848350"/>
            <a:ext cx="48377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Доступ, создание, открытие записи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05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Smoke-тестирование новой сборки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658" y="1505347"/>
            <a:ext cx="9750380" cy="3997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50519" y="2033276"/>
            <a:ext cx="2323174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50519" y="2406284"/>
            <a:ext cx="4697975" cy="22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Продолжать или вернуть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50519" y="3189729"/>
            <a:ext cx="2323174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Smoke-проверка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50519" y="3562737"/>
            <a:ext cx="4697975" cy="22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Базовые функции тестируются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50519" y="4356508"/>
            <a:ext cx="2323174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Новая сборка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50519" y="4729516"/>
            <a:ext cx="4697975" cy="22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Получена и развернута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694759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Такой подход экономит время команды: проблему обнаруживают в самом начале, а не после распределения нерабочей сборки между тестировщиками.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1642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Smoke-набор должен быть небольшим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70200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Главный принцип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354487"/>
            <a:ext cx="291785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проверка занимает несколько часов — она перестаёт быть smoke testing. Нужно небольшое количество сценариев с максимальной информацией о жизнеспособности сборки.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10708" y="2681188"/>
            <a:ext cx="3190101" cy="2960291"/>
          </a:xfrm>
          <a:prstGeom prst="roundRect">
            <a:avLst>
              <a:gd name="adj" fmla="val 4597"/>
            </a:avLst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4099715" y="2870200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 понимать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3354487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Короткий набор — не случайный набор. Каждый тест должен иметь понятное значение для оценки пригодности сборки.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20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Глубина проверки в Smoke Testing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30760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375819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Smoke Testing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784501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с корректными данными может войти — и этого достаточно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430760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3375819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Детальное тестирование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784501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Неверный пароль, блокировка, восстановление доступа — всё это позже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61475" y="479097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Намеренная неглубина — это не недостаток, а условие скорости. Первичная проверка жизнеспособности отделяется от подробного исследования функциональности.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происходит при провале Smoke Testing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8758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каждая ошибка останавливает работу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571875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дефект блокирует основной функционал — приложение не запускается, вход недоступен — большинство сценариев становятся недостижимы. Продолжать тестирование нет смысла.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фиксируется и передаётся команде. Решение о продолжении зависит от того, насколько дефект мешает остальным проверкам.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474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Ручное и автоматизированное Smoke Testing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0407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3994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Ручное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808115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Подходит, когда сборки выходят редко. Небольшой набор выполняется тестировщиком вручную.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20407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3994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Автоматизированное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808115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сборки появляются несколько раз в день, повторять одни и те же действия вручную неэффективно.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20407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3994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CI/CD-процесс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808115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создания новой версии система автоматически запускает ключевые проверки и сразу показывает результат.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 к хорошему Smoke-набору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60624"/>
            <a:ext cx="4410659" cy="4410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9641" y="2404765"/>
            <a:ext cx="59968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условия ценности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539641" y="2889052"/>
            <a:ext cx="5996830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Стабильность: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если тесты регулярно падают по случайным причинам, команда перестаёт доверять результатам.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Актуальность: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если продукт изменился, а smoke-тесты проверяют старые функции — они не отражают реальность.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Компактность: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если каждая новая функция автоматически попадает в набор, быстрая проверка превращается в полноценный регресс.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1349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Smoke Testing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106315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Smoke testing отвечает на один главный вопрос: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можно ли вообще начинать полноценное тестирование этой версии?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795687"/>
            <a:ext cx="6296860" cy="1925042"/>
          </a:xfrm>
          <a:prstGeom prst="roundRect">
            <a:avLst>
              <a:gd name="adj" fmla="val 371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802037"/>
            <a:ext cx="6284160" cy="956171"/>
          </a:xfrm>
          <a:custGeom>
            <a:avLst/>
            <a:gdLst/>
            <a:ahLst/>
            <a:cxnLst/>
            <a:rect l="l" t="t" r="r" b="b"/>
            <a:pathLst>
              <a:path w="6284160" h="956171">
                <a:moveTo>
                  <a:pt x="59541" y="0"/>
                </a:moveTo>
                <a:lnTo>
                  <a:pt x="6224619" y="0"/>
                </a:lnTo>
                <a:arcTo hR="59542" wR="59541" stAng="16200000" swAng="5400000"/>
                <a:lnTo>
                  <a:pt x="6284160" y="956171"/>
                </a:lnTo>
                <a:lnTo>
                  <a:pt x="0" y="956171"/>
                </a:lnTo>
                <a:lnTo>
                  <a:pt x="0" y="59542"/>
                </a:lnTo>
                <a:arcTo hR="59542" wR="59541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37881" y="2972098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Базовые функции работают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7881" y="3329583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Переходим к глубоким проверкам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825" y="3758208"/>
            <a:ext cx="6284160" cy="956171"/>
          </a:xfrm>
          <a:custGeom>
            <a:avLst/>
            <a:gdLst/>
            <a:ahLst/>
            <a:cxnLst/>
            <a:rect l="l" t="t" r="r" b="b"/>
            <a:pathLst>
              <a:path w="6284160" h="956171">
                <a:moveTo>
                  <a:pt x="0" y="0"/>
                </a:moveTo>
                <a:lnTo>
                  <a:pt x="6284160" y="0"/>
                </a:lnTo>
                <a:lnTo>
                  <a:pt x="6284160" y="896629"/>
                </a:lnTo>
                <a:arcTo hR="59542" wR="59541" stAng="0" swAng="5400000"/>
                <a:lnTo>
                  <a:pt x="59541" y="956171"/>
                </a:lnTo>
                <a:arcTo hR="59542" wR="59541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3758208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837881" y="3928269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Базовая работоспособность нарушена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7881" y="4285754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Возвращаем сборку на исправление сразу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4892973"/>
            <a:ext cx="6296860" cy="1151434"/>
          </a:xfrm>
          <a:prstGeom prst="roundRect">
            <a:avLst>
              <a:gd name="adj" fmla="val 6205"/>
            </a:avLst>
          </a:prstGeom>
          <a:solidFill>
            <a:srgbClr val="D5F6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" y="5111155"/>
            <a:ext cx="212620" cy="1700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14209" y="5088533"/>
            <a:ext cx="557406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Smoke testing не заменяет другие виды проверок — это быстрый входной контроль, который помогает не тратить время на версии, ещё не готовые к полноценному тестированию.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2026-09-29T06:25:48Z</dcterms:created>
  <dcterms:modified xsi:type="dcterms:W3CDTF">2026-09-29T06:25:48Z</dcterms:modified>
</cp:coreProperties>
</file>