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1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9589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такое смоук-тестирование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24237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Быстрая проверка основных функций новой сборки — прежде чем углубляться в детали, нужно убедиться, что приложение вообще работает.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097236" y="3543598"/>
            <a:ext cx="3190101" cy="2355453"/>
          </a:xfrm>
          <a:prstGeom prst="roundRect">
            <a:avLst>
              <a:gd name="adj" fmla="val 5778"/>
            </a:avLst>
          </a:prstGeom>
          <a:solidFill>
            <a:srgbClr val="27B29F"/>
          </a:solidFill>
          <a:ln/>
        </p:spPr>
      </p:sp>
      <p:sp>
        <p:nvSpPr>
          <p:cNvPr id="7" name="Text 4"/>
          <p:cNvSpPr/>
          <p:nvPr/>
        </p:nvSpPr>
        <p:spPr>
          <a:xfrm>
            <a:off x="5286243" y="3732609"/>
            <a:ext cx="281208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Зачем это нужно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5286243" y="4216896"/>
            <a:ext cx="281208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базовые функции уже сломаны, детальное тестирование бессмысленно. Сначала — очевидные блокирующие проблемы.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18719" y="3732609"/>
            <a:ext cx="291785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проверяется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8618719" y="4216896"/>
            <a:ext cx="2917851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Приложение запускается. Ключевые экраны открываются. Пользователь может выполнить критические действия.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470422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это называется Smoke Testing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935188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Название пришло из мира железа: после сборки устройство включали и смотрели, не задымится ли. Задымилось — дальше проверять нечего.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944936" y="4267696"/>
            <a:ext cx="601339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программном обеспечении это стала метафора: минимальный набор проверок, чтобы понять — сборка живая или нет.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61475" y="4055070"/>
            <a:ext cx="25399" cy="1332508"/>
          </a:xfrm>
          <a:prstGeom prst="roundRect">
            <a:avLst>
              <a:gd name="adj" fmla="val 50001"/>
            </a:avLst>
          </a:prstGeom>
          <a:solidFill>
            <a:srgbClr val="27B29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669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считается основной функцией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80" y="1533624"/>
            <a:ext cx="3343191" cy="334327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25165" y="2708176"/>
            <a:ext cx="691130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Зависит от продукта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4625165" y="3159224"/>
            <a:ext cx="691130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Основная функция — не самая сложная, а та, без которой продукт теряет смысл или дальнейшая проверка становится невозможной.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5260677"/>
            <a:ext cx="5349047" cy="107265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7954" y="5465564"/>
            <a:ext cx="483768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Интернет-магазин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967954" y="5848350"/>
            <a:ext cx="4837686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Вход, каталог, корзина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1074" y="5260677"/>
            <a:ext cx="5349146" cy="107265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487553" y="5465564"/>
            <a:ext cx="483778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Система обращений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6487553" y="5848350"/>
            <a:ext cx="4837785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Доступ, создание, открытие записи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3052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Smoke-тестирование новой сборки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58" y="1505347"/>
            <a:ext cx="9750380" cy="39975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50519" y="2033276"/>
            <a:ext cx="2323174" cy="290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Решение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450519" y="2406284"/>
            <a:ext cx="4697975" cy="226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Продолжать или вернуть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450519" y="3189729"/>
            <a:ext cx="2323174" cy="290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Smoke-проверка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50519" y="3562737"/>
            <a:ext cx="4697975" cy="226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Базовые функции тестируются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450519" y="4356508"/>
            <a:ext cx="2323174" cy="290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Новая сборка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50519" y="4729516"/>
            <a:ext cx="4697975" cy="226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Получена и развернута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61475" y="5694759"/>
            <a:ext cx="1086874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Такой подход экономит время команды: проблему обнаруживают в самом начале, а не после распределения нерабочей сборки между тестировщиками.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216422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Smoke-набор должен быть небольшим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870200"/>
            <a:ext cx="291785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Главный принцип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3354487"/>
            <a:ext cx="2917851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проверка занимает несколько часов — она перестаёт быть smoke testing. Нужно небольшое количество сценариев с максимальной информацией о жизнеспособности сборки.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910708" y="2681188"/>
            <a:ext cx="3190101" cy="2960291"/>
          </a:xfrm>
          <a:prstGeom prst="roundRect">
            <a:avLst>
              <a:gd name="adj" fmla="val 4597"/>
            </a:avLst>
          </a:prstGeom>
          <a:solidFill>
            <a:srgbClr val="27B29F"/>
          </a:solidFill>
          <a:ln/>
        </p:spPr>
      </p:sp>
      <p:sp>
        <p:nvSpPr>
          <p:cNvPr id="8" name="Text 5"/>
          <p:cNvSpPr/>
          <p:nvPr/>
        </p:nvSpPr>
        <p:spPr>
          <a:xfrm>
            <a:off x="4099715" y="2870200"/>
            <a:ext cx="281208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Важно понимать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4099715" y="3354487"/>
            <a:ext cx="2812087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Короткий набор — не случайный набор. Каждый тест должен иметь понятное значение для оценки пригодности сборки.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6208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Глубина проверки в Smoke Testing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30760"/>
            <a:ext cx="5434373" cy="75604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482" y="3375819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Smoke Testing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50482" y="3784501"/>
            <a:ext cx="505635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Пользователь с корректными данными может войти — и этого достаточно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48" y="2430760"/>
            <a:ext cx="5434373" cy="75604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84854" y="3375819"/>
            <a:ext cx="505635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Детальное тестирование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284854" y="3784501"/>
            <a:ext cx="505635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Неверный пароль, блокировка, восстановление доступа — всё это позже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661475" y="4790976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Намеренная неглубина — это не недостаток, а условие скорости. Первичная проверка жизнеспособности отделяется от подробного исследования функциональности.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1837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происходит при провале Smoke Testing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09230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3087588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 каждая ошибка останавливает работу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4633201" y="3571875"/>
            <a:ext cx="6903269" cy="16821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дефект блокирует основной функционал — приложение не запускается, вход недоступен — большинство сценариев становятся недостижимы. Продолжать тестирование нет смысла.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Проблема фиксируется и передаётся команде. Решение о продолжении зависит от того, насколько дефект мешает остальным проверкам.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644749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Ручное и автоматизированное Smoke Testing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3204071"/>
            <a:ext cx="3496877" cy="2009080"/>
          </a:xfrm>
          <a:prstGeom prst="roundRect">
            <a:avLst>
              <a:gd name="adj" fmla="val 395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6832" y="3399433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Ручное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6832" y="3808115"/>
            <a:ext cx="310616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Подходит, когда сборки выходят редко. Небольшой набор выполняется тестировщиком вручную.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47359" y="3204071"/>
            <a:ext cx="3496877" cy="2009080"/>
          </a:xfrm>
          <a:prstGeom prst="roundRect">
            <a:avLst>
              <a:gd name="adj" fmla="val 395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42716" y="3399433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Автоматизированное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4542716" y="3808115"/>
            <a:ext cx="310616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сборки появляются несколько раз в день, повторять одни и те же действия вручную неэффективно.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33244" y="3204071"/>
            <a:ext cx="3496877" cy="2009080"/>
          </a:xfrm>
          <a:prstGeom prst="roundRect">
            <a:avLst>
              <a:gd name="adj" fmla="val 3951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8600" y="3399433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CI/CD-процесс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228600" y="3808115"/>
            <a:ext cx="310616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После создания новой версии система автоматически запускает ключевые проверки и сразу показывает результат.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388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Требования к хорошему Smoke-набору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660624"/>
            <a:ext cx="4410659" cy="44107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39641" y="2404765"/>
            <a:ext cx="59968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Три условия ценности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5539641" y="2889052"/>
            <a:ext cx="5996830" cy="24570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Стабильность: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если тесты регулярно падают по случайным причинам, команда перестаёт доверять результатам.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Актуальность: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если продукт изменился, а smoke-тесты проверяют старые функции — они не отражают реальность.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Компактность: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если каждая новая функция автоматически попадает в набор, быстрая проверка превращается в полноценный регресс.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13495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Практическое значение Smoke Testing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661475" y="2106315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Smoke testing отвечает на один главный вопрос: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можно ли вообще начинать полноценное тестирование этой версии?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61475" y="2795687"/>
            <a:ext cx="6296860" cy="1925042"/>
          </a:xfrm>
          <a:prstGeom prst="roundRect">
            <a:avLst>
              <a:gd name="adj" fmla="val 3712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825" y="2802037"/>
            <a:ext cx="6284160" cy="956171"/>
          </a:xfrm>
          <a:custGeom>
            <a:avLst/>
            <a:gdLst/>
            <a:ahLst/>
            <a:cxnLst/>
            <a:rect l="l" t="t" r="r" b="b"/>
            <a:pathLst>
              <a:path w="6284160" h="956171">
                <a:moveTo>
                  <a:pt x="59541" y="0"/>
                </a:moveTo>
                <a:lnTo>
                  <a:pt x="6224619" y="0"/>
                </a:lnTo>
                <a:arcTo wR="59541" hR="59542" stAng="16200000" swAng="5400000"/>
                <a:lnTo>
                  <a:pt x="6284160" y="956171"/>
                </a:lnTo>
                <a:lnTo>
                  <a:pt x="0" y="956171"/>
                </a:lnTo>
                <a:lnTo>
                  <a:pt x="0" y="59542"/>
                </a:lnTo>
                <a:arcTo wR="59541" hR="59542" stAng="10800000" swAng="5400000"/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8" name="Text 5"/>
          <p:cNvSpPr/>
          <p:nvPr/>
        </p:nvSpPr>
        <p:spPr>
          <a:xfrm>
            <a:off x="837881" y="2972098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Базовые функции работают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37881" y="3329583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Переходим к глубоким проверкам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67825" y="3758208"/>
            <a:ext cx="6284160" cy="956171"/>
          </a:xfrm>
          <a:custGeom>
            <a:avLst/>
            <a:gdLst/>
            <a:ahLst/>
            <a:cxnLst/>
            <a:rect l="l" t="t" r="r" b="b"/>
            <a:pathLst>
              <a:path w="6284160" h="956171">
                <a:moveTo>
                  <a:pt x="0" y="0"/>
                </a:moveTo>
                <a:lnTo>
                  <a:pt x="6284160" y="0"/>
                </a:lnTo>
                <a:lnTo>
                  <a:pt x="6284160" y="896629"/>
                </a:lnTo>
                <a:arcTo wR="59541" hR="59542" stAng="0" swAng="5400000"/>
                <a:lnTo>
                  <a:pt x="59541" y="956171"/>
                </a:lnTo>
                <a:arcTo wR="59541" hR="59542" stAng="5400000" swAng="5400000"/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1" name="Shape 8"/>
          <p:cNvSpPr/>
          <p:nvPr/>
        </p:nvSpPr>
        <p:spPr>
          <a:xfrm>
            <a:off x="667825" y="3758208"/>
            <a:ext cx="6284160" cy="19050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2" name="Text 9"/>
          <p:cNvSpPr/>
          <p:nvPr/>
        </p:nvSpPr>
        <p:spPr>
          <a:xfrm>
            <a:off x="837881" y="3928269"/>
            <a:ext cx="5944047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Базовая работоспособность нарушена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837881" y="4285754"/>
            <a:ext cx="5944047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Возвращаем сборку на исправление сразу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61475" y="4892973"/>
            <a:ext cx="6296860" cy="1151434"/>
          </a:xfrm>
          <a:prstGeom prst="roundRect">
            <a:avLst>
              <a:gd name="adj" fmla="val 6205"/>
            </a:avLst>
          </a:prstGeom>
          <a:solidFill>
            <a:srgbClr val="D5F6F1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2" y="5111155"/>
            <a:ext cx="212620" cy="17006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14209" y="5088533"/>
            <a:ext cx="5574069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Smoke testing не заменяет другие виды проверок — это быстрый входной контроль, который помогает не тратить время на версии, ещё не готовые к полноценному тестированию.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521</Words>
  <Application>Microsoft Office PowerPoint</Application>
  <PresentationFormat>Широкоэкранный</PresentationFormat>
  <Paragraphs>68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Montserrat Bold</vt:lpstr>
      <vt:lpstr>Arial</vt:lpstr>
      <vt:lpstr>Open Sans Bold</vt:lpstr>
      <vt:lpstr>Open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2026-09-29T06:25:48Z</dcterms:created>
  <dcterms:modified xsi:type="dcterms:W3CDTF">2026-09-29T06:54:02Z</dcterms:modified>
</cp:coreProperties>
</file>