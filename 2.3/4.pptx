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61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890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санитарное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5385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Быстрая и целенаправленная проверка конкретной области программы после небольшого изменения.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71316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26667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Фокус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675360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изменённый участок и ближайшая функциональность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4359" y="3071316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9715" y="326667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Объём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99715" y="3675360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требует полной проверки всего приложения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966990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832" y="516235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56832" y="557103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здравого смысла перед углублённым тестированием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применяется санитарное тестирование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12191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Используется при получении новой версии 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локальным или небольшим изменением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89681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Исправление конкретного дефекта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Корректировка правила обработки данных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Небольшие доработки существующей функции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полезно при регулярном сопровождении продукта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64766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Узкая область санитарной проверки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791097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характеристика —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ограниченная и заранее определённая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область проверки.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62498"/>
            <a:ext cx="6296860" cy="866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2532757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Только изменённое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2841526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исключительно изменённого участка кода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50419"/>
            <a:ext cx="6296860" cy="866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520678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Связанные условия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3829447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Несколько непосредственно связанных сценариев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38340"/>
            <a:ext cx="6296860" cy="8669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450859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Осознанное исключение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4817368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Удалённые функции сознательно не проверяются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26261"/>
            <a:ext cx="6296860" cy="8669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7928" y="5496520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Быстрый результат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907928" y="5805289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Конкретный вывод по конкретному участку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Санитарное тестирование после исправления дефекта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8925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Типичный сценарий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37353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Получена версия с исправленной ошибкой. Нужно быстро убедиться, что исправление работает, прежде чем запускать полный цикл проверки.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48435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Убедиться, что изменённая область работает ожидаемо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основной сценарий, где возникала ошибка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Протестировать несколько близких условий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Быстро оценить качество до глубокой проверки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09230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064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ближайшей связанной функциональности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899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Санитарное тестирование включает проверку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соседней логики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связанной с изменением.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05014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137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Смежные сценарии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7224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часто влияет на соседние ветки логики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605014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3137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Данные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7224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сохранения и корректного отображения данных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605014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3137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Ограниченная область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7224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прямые связи с изменённой функцией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16582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Глубина санитарного тестирования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53613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выполняется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поверхностно, но точно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выбранной области.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0861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Небольшая функциональная область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Убеждение в работоспособности основной логики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Несколько очевидных условий, относящихся к изменению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требует исследования всех возможных комбинаций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62915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92224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84643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Санитарное тестирование — это не регрессия. Глубина намеренно ограничена.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457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Санитарное тестирование и бизнес-логика изменения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650901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смысла доработки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основа правильной санитарной проверки.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004616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242542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356247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Изучить изменение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2665016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Разобраться в содержании доработки перед началом тестирования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3117056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3354983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3468687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правила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3777456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Выявить новые или изменённые правила обработки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4229497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4467423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581128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Выбрать сценарии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61475" y="4889897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Сформировать проверки на основе ожидаемого поведения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1475" y="534193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1475" y="5579864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693569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Целевая проверка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1475" y="6002338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Тестировать осознанно, а не случайно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46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 по результатам Sanity Testing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334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санитарной проверки определяет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дальнейший путь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работы с версией.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478385"/>
            <a:ext cx="5476043" cy="3384848"/>
          </a:xfrm>
          <a:prstGeom prst="roundRect">
            <a:avLst>
              <a:gd name="adj" fmla="val 4021"/>
            </a:avLst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66739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Основные сценарии работают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151684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к подробному тестированию. Версия готова к углублённой проверке.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66739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Обнаружена серьёзная проблема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15168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Возврат на исправление. Нет смысла тратить время на полный цикл.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776" y="4016375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32776" y="43016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478591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Санитарное тестирование — контрольный шаг, определяющий готовность версии к дальнейшей работе.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644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 и автоматизированное санитарное тестирование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33836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919147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Разовая оценка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38793" y="5594756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точность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919147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Частота выполнения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4914" y="2575643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точность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826885"/>
            <a:ext cx="1330971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Авто: стабильность и масштаб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833782"/>
            <a:ext cx="1330972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Ручное: быстрые ад-хок проверки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480364"/>
            <a:ext cx="1330972" cy="4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Автоматизация: регулярные проверки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557949"/>
            <a:ext cx="1330971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Ручное: новая логика и оценка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32251" y="261987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важно помнить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032251" y="3104158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Способ выполнения не меняет суть подхода.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32251" y="3879056"/>
            <a:ext cx="350421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Ручное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для новой логики и быстрой оценки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Автоматизация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для регулярных типовых проверок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Главное — узкая направленность и быстрый результат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207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санитарного тестирования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770955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практике sanity testing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экономит время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помогает сфокусироваться на конкретной доработке.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400002"/>
            <a:ext cx="3080169" cy="1998563"/>
          </a:xfrm>
          <a:prstGeom prst="roundRect">
            <a:avLst>
              <a:gd name="adj" fmla="val 337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8456" y="2566988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009" y="2699544"/>
            <a:ext cx="216887" cy="2168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456" y="3185517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Экономия времени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8456" y="3518396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тратит ресурсы на глубокую проверку заведомо неработающей версии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878165" y="2400002"/>
            <a:ext cx="3080169" cy="1998563"/>
          </a:xfrm>
          <a:prstGeom prst="roundRect">
            <a:avLst>
              <a:gd name="adj" fmla="val 337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45146" y="2566988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7699" y="2699544"/>
            <a:ext cx="216887" cy="2168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5146" y="3185517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оценка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045146" y="3518396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Базовая работоспособность изменения определяется за минимальное время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61475" y="4535091"/>
            <a:ext cx="6296860" cy="1760835"/>
          </a:xfrm>
          <a:prstGeom prst="roundRect">
            <a:avLst>
              <a:gd name="adj" fmla="val 383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56" y="4702076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009" y="4834632"/>
            <a:ext cx="216887" cy="2168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8456" y="532060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Точка принятия решения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28456" y="5653484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к подробному тестированию только при подтверждённой базовой работоспособности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Широкоэкранный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Noto Color Emoji</vt:lpstr>
      <vt:lpstr>Open Sans</vt:lpstr>
      <vt:lpstr>Montserrat Bold</vt:lpstr>
      <vt:lpstr>Montserrat Light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2026-09-29T13:28:04Z</dcterms:created>
  <dcterms:modified xsi:type="dcterms:W3CDTF">2026-09-29T13:29:24Z</dcterms:modified>
</cp:coreProperties>
</file>