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  <p:bold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9019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32334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нужно проверять комбинации параметров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264073"/>
            <a:ext cx="2929360" cy="280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Попарное тестирование — это подход, который помогает, когда поведение системы зависит одновременно от нескольких независимых условий. Вместо проверки всех возможных сочетаний мы выбираем умный набор тестов, где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каждая пара значений разных параметров встречается хотя бы один раз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07210" y="2264073"/>
            <a:ext cx="2929360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особенно полезно в сопровождении ПО, когда нужно проверить совместимость с разными браузерами, операционными системами, типами пользователей и другими конфигурациями.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607210" y="4416623"/>
            <a:ext cx="2929360" cy="1517055"/>
          </a:xfrm>
          <a:prstGeom prst="roundRect">
            <a:avLst>
              <a:gd name="adj" fmla="val 4971"/>
            </a:avLst>
          </a:prstGeom>
          <a:solidFill>
            <a:srgbClr val="D5F6F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692" y="4684514"/>
            <a:ext cx="224427" cy="1794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90601" y="4614962"/>
            <a:ext cx="2166486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Цель — умное сокращение, а не случайный выбор тестов.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108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полный перебор становится невозможным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8848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245916"/>
            <a:ext cx="5203794" cy="336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параметров мало, проверить все комбинации просто. Но с каждым новым параметром количество вариантов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растёт экспоненциально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Форма заказа с пятью параметрами — способ оплаты, доставка, тип клиента, устройство, язык — может дать сотни комбинаций.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 не только во времени выполнения: нужно создавать, поддерживать и анализировать все эти тесты. Поэтому требуется способ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сократить количество проверок без потери качества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39465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Основной принцип: покрытие пар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661475" y="2017713"/>
            <a:ext cx="3063104" cy="2715518"/>
          </a:xfrm>
          <a:prstGeom prst="roundRect">
            <a:avLst>
              <a:gd name="adj" fmla="val 277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7307" y="2203549"/>
            <a:ext cx="269144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Откуда берётся принцип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7307" y="2866827"/>
            <a:ext cx="2691440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Исследования показывают, что большинство дефектов, связанных с комбинациями, проявляются при взаимодействии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двух параметров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95131" y="2017713"/>
            <a:ext cx="3063203" cy="2715518"/>
          </a:xfrm>
          <a:prstGeom prst="roundRect">
            <a:avLst>
              <a:gd name="adj" fmla="val 277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80964" y="2203549"/>
            <a:ext cx="26915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мы гарантируем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080964" y="2586335"/>
            <a:ext cx="2691539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Каждое значение одного параметра встретится с каждым значением другого — хотя бы один раз в наборе тестов.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4903788"/>
            <a:ext cx="6296860" cy="1314648"/>
          </a:xfrm>
          <a:prstGeom prst="roundRect">
            <a:avLst>
              <a:gd name="adj" fmla="val 57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7307" y="5089624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это даёт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47307" y="5472410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Значительное сокращение числа тестов без риска пропустить типичные ошибки, возникающие на стыке двух условий.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168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Параметры и значения: правильное определение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3076674"/>
            <a:ext cx="6945536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Параметр</a:t>
            </a: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это характеристика, которая может меняться и влиять на результат. </a:t>
            </a:r>
            <a:r>
              <a:rPr lang="en-US" sz="10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Значение</a:t>
            </a: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конкретный вариант этой характеристики.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534" y="1256605"/>
            <a:ext cx="2687074" cy="268714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3672" y="4059634"/>
            <a:ext cx="3582799" cy="1225352"/>
          </a:xfrm>
          <a:prstGeom prst="roundRect">
            <a:avLst>
              <a:gd name="adj" fmla="val 4783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170" y="4221361"/>
            <a:ext cx="174422" cy="1395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07090" y="4187130"/>
            <a:ext cx="2989882" cy="970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Ошибка на этом этапе приводит к бесполезному набору тестов. Важно определить, какие характеристики действительно независимы и влияют на поведение.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516761"/>
            <a:ext cx="3554224" cy="7909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6221" y="5675313"/>
            <a:ext cx="316093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Браузер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896221" y="5955109"/>
            <a:ext cx="3160931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Chrome · Firefox · Edge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8686" y="5516761"/>
            <a:ext cx="3554224" cy="7909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53431" y="5675313"/>
            <a:ext cx="316093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Операционная система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553431" y="5955109"/>
            <a:ext cx="3160931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Windows · Linux · macOS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5897" y="5516761"/>
            <a:ext cx="3554324" cy="79097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10642" y="5675313"/>
            <a:ext cx="316103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Роль пользователя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8210642" y="5955109"/>
            <a:ext cx="3161030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Администратор · Обычный пользователь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6131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формируется сокращённый набор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766689"/>
            <a:ext cx="5215303" cy="239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тест содержит по одному значению каждого параметра. Задача — выбрать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минимальное количество комбинаций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так, чтобы все пары были покрыты.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Например, если браузеров два, ОС две и ролей две, полный перебор даёт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 комбинаций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Попарное тестирование может обойтись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4–5 комбинациями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где каждая пара всё равно встретится.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4352826"/>
            <a:ext cx="5215303" cy="1517055"/>
          </a:xfrm>
          <a:prstGeom prst="roundRect">
            <a:avLst>
              <a:gd name="adj" fmla="val 4971"/>
            </a:avLst>
          </a:prstGeom>
          <a:solidFill>
            <a:srgbClr val="B6D6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57" y="4620716"/>
            <a:ext cx="224427" cy="1794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4867" y="4551164"/>
            <a:ext cx="4452429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большого числа параметров используются специальные генераторы. Но тестировщик должен понимать принцип, чтобы правильно передать параметры инструменту.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267" y="1805087"/>
            <a:ext cx="4954464" cy="35663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2722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Пример: веб-приложение с тремя параметрами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286198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Приложение проверяется при двух браузерах (Chrome, Firefox), двух ОС (Windows, Linux) и двух ролях (администратор, пользователь). Полный перебор: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 × 2 × 2 = 8 тестов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При попарном покрытии достаточно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 тестов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038277"/>
          <a:ext cx="10868747" cy="2512255"/>
        </p:xfrm>
        <a:graphic>
          <a:graphicData uri="http://schemas.openxmlformats.org/drawingml/2006/table">
            <a:tbl>
              <a:tblPr/>
              <a:tblGrid>
                <a:gridCol w="108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№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Браузер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ОС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Роль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Chrome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Windows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Администратор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Chrome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Linux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Пользователь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Firefox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Windows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Пользователь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Firefox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Linux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Администратор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755184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Каждая пара браузер–ОС, браузер–роль и ОС–роль встречается хотя бы один раз.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81732"/>
            <a:ext cx="6296860" cy="159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Реальные ограничения: невозможные комбинации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1197243" y="2564606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Примеры невозможных комбинаций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197243" y="2922091"/>
            <a:ext cx="576109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Способ оплаты доступен только в определённых странах. Функция работает только для администраторов. Мобильное приложение не существует для Linux.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97243" y="4062413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фиксировать ограничения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97243" y="4419898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построения набора — на основе требований, а не после генерации. Это позволяет сразу получить корректный набор тестов.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97243" y="5301655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Важное правило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197243" y="5659140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Исключать только то, что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действительно невозможно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 правилам системы, а не то, что кажется необычным или редким.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87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Отличие от случайного выбора комбинаций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39268"/>
            <a:ext cx="3844134" cy="3844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73116" y="2521744"/>
            <a:ext cx="6563355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Случайный выбор нескольких тестов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гарантирует покрытие нужных пар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Можно создать 10 тестов и случайно пропустить, например, сочетание браузера Edge с Linux.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Попарное тестирование — это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формализованный подход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После построения набора можно проверить, какие пары действительно представлены.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973116" y="4718943"/>
            <a:ext cx="6563355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123" y="5012035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87364" y="4936232"/>
            <a:ext cx="57601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Сокращение управляемо и измеримо, а не основано на интуиции.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98227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попарное тестирование не гарантирует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229941"/>
            <a:ext cx="2952478" cy="2500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Техника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ловит дефекты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которые проявляются только при одновременном сочетании трёх и более параметров.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Например, ошибка может возникать только при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Chrome + Windows + администратор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Каждая пара может быть покрыта, но все три вместе ни разу не встретятся в наборе.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012207" y="2260699"/>
            <a:ext cx="2952478" cy="1711127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90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91887" y="2440384"/>
            <a:ext cx="2593116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делать для критичных областей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191887" y="3078956"/>
            <a:ext cx="2593116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Дополнительно включать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известные рискованные комбинации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вручную.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012207" y="4108351"/>
            <a:ext cx="2952478" cy="1697831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 w="190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91887" y="4288036"/>
            <a:ext cx="259311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Альтернатива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191887" y="4675584"/>
            <a:ext cx="2593116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Применять более сильное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комбинаторное покрытие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(тройки, четвёрки) там, где это оправдано.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98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Практический процесс применения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06575"/>
            <a:ext cx="6903269" cy="25904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181" y="3667846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Развернуть тесты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27002" y="3667846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Проверить покрытие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621956" y="3667846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Сгенерировать набор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316909" y="3467270"/>
            <a:ext cx="1041185" cy="802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Зафиксировать ограничения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83336" y="3567558"/>
            <a:ext cx="1041185" cy="601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Определить параметры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32251" y="2194520"/>
            <a:ext cx="35042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Главная ценность —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контролируемое сокращение комбинаций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Вместо полного перебора получается компактный набор с понятным критерием покрытия.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075" y="4796830"/>
            <a:ext cx="3490825" cy="13667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01281" y="4822230"/>
            <a:ext cx="32256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Экономия времени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901281" y="5230912"/>
            <a:ext cx="32256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Меньше тестов при том же уровне покрытия типичных дефектов.</a:t>
            </a:r>
            <a:endParaRPr lang="en-US" sz="14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735" y="4796830"/>
            <a:ext cx="3490825" cy="13667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02940" y="4822230"/>
            <a:ext cx="32256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Измеримость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4602940" y="5230912"/>
            <a:ext cx="32256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Можно проверить, все ли нужные пары представлены в наборе.</a:t>
            </a:r>
            <a:endParaRPr lang="en-US" sz="14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9395" y="4796830"/>
            <a:ext cx="3490825" cy="13667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04600" y="4822230"/>
            <a:ext cx="32256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Применимость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8304600" y="5230912"/>
            <a:ext cx="32256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Особенно ценно при сопровождении ПО с множеством конфигураций.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747</Words>
  <Application>Microsoft Office PowerPoint</Application>
  <PresentationFormat>Широкоэкранный</PresentationFormat>
  <Paragraphs>92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Open Sans Bold</vt:lpstr>
      <vt:lpstr>Open Sans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2026-09-29T16:53:49Z</dcterms:created>
  <dcterms:modified xsi:type="dcterms:W3CDTF">2026-09-29T17:09:11Z</dcterms:modified>
</cp:coreProperties>
</file>